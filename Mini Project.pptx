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736" r:id="rId1"/>
  </p:sldMasterIdLst>
  <p:sldIdLst>
    <p:sldId id="256" r:id="rId2"/>
    <p:sldId id="257" r:id="rId3"/>
    <p:sldId id="258" r:id="rId4"/>
    <p:sldId id="276" r:id="rId5"/>
    <p:sldId id="259" r:id="rId6"/>
    <p:sldId id="260" r:id="rId7"/>
    <p:sldId id="261" r:id="rId8"/>
    <p:sldId id="262" r:id="rId9"/>
    <p:sldId id="263" r:id="rId10"/>
    <p:sldId id="264" r:id="rId11"/>
    <p:sldId id="265" r:id="rId12"/>
    <p:sldId id="266" r:id="rId13"/>
    <p:sldId id="267" r:id="rId14"/>
    <p:sldId id="268" r:id="rId15"/>
    <p:sldId id="272" r:id="rId16"/>
    <p:sldId id="277" r:id="rId17"/>
    <p:sldId id="278" r:id="rId18"/>
    <p:sldId id="279" r:id="rId19"/>
    <p:sldId id="281" r:id="rId20"/>
    <p:sldId id="280" r:id="rId21"/>
    <p:sldId id="282" r:id="rId22"/>
    <p:sldId id="283" r:id="rId23"/>
    <p:sldId id="284" r:id="rId24"/>
    <p:sldId id="285" r:id="rId25"/>
    <p:sldId id="286" r:id="rId26"/>
    <p:sldId id="273" r:id="rId27"/>
    <p:sldId id="274" r:id="rId28"/>
    <p:sldId id="275" r:id="rId29"/>
  </p:sldIdLst>
  <p:sldSz cx="18288000" cy="10287000"/>
  <p:notesSz cx="6858000" cy="9144000"/>
  <p:embeddedFontLst>
    <p:embeddedFont>
      <p:font typeface="DM Sans Bold" panose="020B0604020202020204" charset="0"/>
      <p:regular r:id="rId30"/>
    </p:embeddedFont>
    <p:embeddedFont>
      <p:font typeface="Le Jour Serif" panose="020B0604020202020204" charset="0"/>
      <p:regular r:id="rId31"/>
    </p:embeddedFont>
    <p:embeddedFont>
      <p:font typeface="Libre Baskerville" panose="02000000000000000000" pitchFamily="2" charset="0"/>
      <p:regular r:id="rId32"/>
      <p:bold r:id="rId33"/>
      <p:italic r:id="rId34"/>
    </p:embeddedFont>
    <p:embeddedFont>
      <p:font typeface="Libre Baskerville Bold" panose="02000000000000000000" charset="0"/>
      <p:regular r:id="rId35"/>
    </p:embeddedFont>
    <p:embeddedFont>
      <p:font typeface="Tw Cen MT" panose="020B0602020104020603" pitchFamily="34" charset="0"/>
      <p:regular r:id="rId36"/>
      <p:bold r:id="rId37"/>
      <p:italic r:id="rId38"/>
      <p:boldItalic r:id="rId39"/>
    </p:embeddedFont>
    <p:embeddedFont>
      <p:font typeface="Yeseva One" panose="020B0604020202020204" charset="0"/>
      <p:regular r:id="rId4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86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LMAN NAVEED" userId="d3438ddc3e6e470e" providerId="LiveId" clId="{20F5EF93-5506-46CF-9057-DF8CB483C5F6}"/>
    <pc:docChg chg="undo redo custSel addSld delSld modSld sldOrd modMainMaster">
      <pc:chgData name="SALMAN NAVEED" userId="d3438ddc3e6e470e" providerId="LiveId" clId="{20F5EF93-5506-46CF-9057-DF8CB483C5F6}" dt="2024-08-12T06:17:48.078" v="1267" actId="1076"/>
      <pc:docMkLst>
        <pc:docMk/>
      </pc:docMkLst>
      <pc:sldChg chg="modSp mod setBg">
        <pc:chgData name="SALMAN NAVEED" userId="d3438ddc3e6e470e" providerId="LiveId" clId="{20F5EF93-5506-46CF-9057-DF8CB483C5F6}" dt="2024-07-24T09:50:54.496" v="474" actId="339"/>
        <pc:sldMkLst>
          <pc:docMk/>
          <pc:sldMk cId="0" sldId="256"/>
        </pc:sldMkLst>
        <pc:spChg chg="mod">
          <ac:chgData name="SALMAN NAVEED" userId="d3438ddc3e6e470e" providerId="LiveId" clId="{20F5EF93-5506-46CF-9057-DF8CB483C5F6}" dt="2024-07-24T09:50:54.496" v="474" actId="339"/>
          <ac:spMkLst>
            <pc:docMk/>
            <pc:sldMk cId="0" sldId="256"/>
            <ac:spMk id="2" creationId="{00000000-0000-0000-0000-000000000000}"/>
          </ac:spMkLst>
        </pc:spChg>
        <pc:spChg chg="mod">
          <ac:chgData name="SALMAN NAVEED" userId="d3438ddc3e6e470e" providerId="LiveId" clId="{20F5EF93-5506-46CF-9057-DF8CB483C5F6}" dt="2024-07-24T06:31:41.175" v="274" actId="16037"/>
          <ac:spMkLst>
            <pc:docMk/>
            <pc:sldMk cId="0" sldId="256"/>
            <ac:spMk id="3" creationId="{00000000-0000-0000-0000-000000000000}"/>
          </ac:spMkLst>
        </pc:spChg>
        <pc:spChg chg="mod">
          <ac:chgData name="SALMAN NAVEED" userId="d3438ddc3e6e470e" providerId="LiveId" clId="{20F5EF93-5506-46CF-9057-DF8CB483C5F6}" dt="2024-07-23T20:58:37.161" v="179" actId="20577"/>
          <ac:spMkLst>
            <pc:docMk/>
            <pc:sldMk cId="0" sldId="256"/>
            <ac:spMk id="6" creationId="{00000000-0000-0000-0000-000000000000}"/>
          </ac:spMkLst>
        </pc:spChg>
        <pc:spChg chg="mod">
          <ac:chgData name="SALMAN NAVEED" userId="d3438ddc3e6e470e" providerId="LiveId" clId="{20F5EF93-5506-46CF-9057-DF8CB483C5F6}" dt="2024-07-23T21:01:43.597" v="252" actId="20577"/>
          <ac:spMkLst>
            <pc:docMk/>
            <pc:sldMk cId="0" sldId="256"/>
            <ac:spMk id="7" creationId="{00000000-0000-0000-0000-000000000000}"/>
          </ac:spMkLst>
        </pc:spChg>
      </pc:sldChg>
      <pc:sldChg chg="modSp mod">
        <pc:chgData name="SALMAN NAVEED" userId="d3438ddc3e6e470e" providerId="LiveId" clId="{20F5EF93-5506-46CF-9057-DF8CB483C5F6}" dt="2024-07-24T06:35:09.113" v="284" actId="1076"/>
        <pc:sldMkLst>
          <pc:docMk/>
          <pc:sldMk cId="0" sldId="257"/>
        </pc:sldMkLst>
        <pc:spChg chg="mod">
          <ac:chgData name="SALMAN NAVEED" userId="d3438ddc3e6e470e" providerId="LiveId" clId="{20F5EF93-5506-46CF-9057-DF8CB483C5F6}" dt="2024-07-24T06:33:55.068" v="279" actId="207"/>
          <ac:spMkLst>
            <pc:docMk/>
            <pc:sldMk cId="0" sldId="257"/>
            <ac:spMk id="6" creationId="{00000000-0000-0000-0000-000000000000}"/>
          </ac:spMkLst>
        </pc:spChg>
        <pc:spChg chg="mod">
          <ac:chgData name="SALMAN NAVEED" userId="d3438ddc3e6e470e" providerId="LiveId" clId="{20F5EF93-5506-46CF-9057-DF8CB483C5F6}" dt="2024-07-24T06:33:55.068" v="279" actId="207"/>
          <ac:spMkLst>
            <pc:docMk/>
            <pc:sldMk cId="0" sldId="257"/>
            <ac:spMk id="7" creationId="{00000000-0000-0000-0000-000000000000}"/>
          </ac:spMkLst>
        </pc:spChg>
        <pc:spChg chg="mod">
          <ac:chgData name="SALMAN NAVEED" userId="d3438ddc3e6e470e" providerId="LiveId" clId="{20F5EF93-5506-46CF-9057-DF8CB483C5F6}" dt="2024-07-24T06:33:55.068" v="279" actId="207"/>
          <ac:spMkLst>
            <pc:docMk/>
            <pc:sldMk cId="0" sldId="257"/>
            <ac:spMk id="8" creationId="{00000000-0000-0000-0000-000000000000}"/>
          </ac:spMkLst>
        </pc:spChg>
        <pc:spChg chg="mod">
          <ac:chgData name="SALMAN NAVEED" userId="d3438ddc3e6e470e" providerId="LiveId" clId="{20F5EF93-5506-46CF-9057-DF8CB483C5F6}" dt="2024-07-24T06:33:55.068" v="279" actId="207"/>
          <ac:spMkLst>
            <pc:docMk/>
            <pc:sldMk cId="0" sldId="257"/>
            <ac:spMk id="9" creationId="{00000000-0000-0000-0000-000000000000}"/>
          </ac:spMkLst>
        </pc:spChg>
        <pc:spChg chg="mod">
          <ac:chgData name="SALMAN NAVEED" userId="d3438ddc3e6e470e" providerId="LiveId" clId="{20F5EF93-5506-46CF-9057-DF8CB483C5F6}" dt="2024-07-24T06:33:55.068" v="279" actId="207"/>
          <ac:spMkLst>
            <pc:docMk/>
            <pc:sldMk cId="0" sldId="257"/>
            <ac:spMk id="10" creationId="{00000000-0000-0000-0000-000000000000}"/>
          </ac:spMkLst>
        </pc:spChg>
        <pc:spChg chg="mod">
          <ac:chgData name="SALMAN NAVEED" userId="d3438ddc3e6e470e" providerId="LiveId" clId="{20F5EF93-5506-46CF-9057-DF8CB483C5F6}" dt="2024-07-24T06:33:55.068" v="279" actId="207"/>
          <ac:spMkLst>
            <pc:docMk/>
            <pc:sldMk cId="0" sldId="257"/>
            <ac:spMk id="11" creationId="{00000000-0000-0000-0000-000000000000}"/>
          </ac:spMkLst>
        </pc:spChg>
        <pc:spChg chg="mod">
          <ac:chgData name="SALMAN NAVEED" userId="d3438ddc3e6e470e" providerId="LiveId" clId="{20F5EF93-5506-46CF-9057-DF8CB483C5F6}" dt="2024-07-24T06:35:09.113" v="284" actId="1076"/>
          <ac:spMkLst>
            <pc:docMk/>
            <pc:sldMk cId="0" sldId="257"/>
            <ac:spMk id="12" creationId="{00000000-0000-0000-0000-000000000000}"/>
          </ac:spMkLst>
        </pc:spChg>
        <pc:spChg chg="mod">
          <ac:chgData name="SALMAN NAVEED" userId="d3438ddc3e6e470e" providerId="LiveId" clId="{20F5EF93-5506-46CF-9057-DF8CB483C5F6}" dt="2024-07-24T06:34:41.417" v="281" actId="207"/>
          <ac:spMkLst>
            <pc:docMk/>
            <pc:sldMk cId="0" sldId="257"/>
            <ac:spMk id="13" creationId="{00000000-0000-0000-0000-000000000000}"/>
          </ac:spMkLst>
        </pc:spChg>
        <pc:spChg chg="mod">
          <ac:chgData name="SALMAN NAVEED" userId="d3438ddc3e6e470e" providerId="LiveId" clId="{20F5EF93-5506-46CF-9057-DF8CB483C5F6}" dt="2024-07-24T06:33:55.068" v="279" actId="207"/>
          <ac:spMkLst>
            <pc:docMk/>
            <pc:sldMk cId="0" sldId="257"/>
            <ac:spMk id="14" creationId="{00000000-0000-0000-0000-000000000000}"/>
          </ac:spMkLst>
        </pc:spChg>
        <pc:spChg chg="mod">
          <ac:chgData name="SALMAN NAVEED" userId="d3438ddc3e6e470e" providerId="LiveId" clId="{20F5EF93-5506-46CF-9057-DF8CB483C5F6}" dt="2024-07-24T06:33:55.068" v="279" actId="207"/>
          <ac:spMkLst>
            <pc:docMk/>
            <pc:sldMk cId="0" sldId="257"/>
            <ac:spMk id="15" creationId="{00000000-0000-0000-0000-000000000000}"/>
          </ac:spMkLst>
        </pc:spChg>
        <pc:spChg chg="mod">
          <ac:chgData name="SALMAN NAVEED" userId="d3438ddc3e6e470e" providerId="LiveId" clId="{20F5EF93-5506-46CF-9057-DF8CB483C5F6}" dt="2024-07-24T06:33:55.068" v="279" actId="207"/>
          <ac:spMkLst>
            <pc:docMk/>
            <pc:sldMk cId="0" sldId="257"/>
            <ac:spMk id="16" creationId="{00000000-0000-0000-0000-000000000000}"/>
          </ac:spMkLst>
        </pc:spChg>
        <pc:spChg chg="mod">
          <ac:chgData name="SALMAN NAVEED" userId="d3438ddc3e6e470e" providerId="LiveId" clId="{20F5EF93-5506-46CF-9057-DF8CB483C5F6}" dt="2024-07-24T06:33:55.068" v="279" actId="207"/>
          <ac:spMkLst>
            <pc:docMk/>
            <pc:sldMk cId="0" sldId="257"/>
            <ac:spMk id="17" creationId="{00000000-0000-0000-0000-000000000000}"/>
          </ac:spMkLst>
        </pc:spChg>
        <pc:spChg chg="mod">
          <ac:chgData name="SALMAN NAVEED" userId="d3438ddc3e6e470e" providerId="LiveId" clId="{20F5EF93-5506-46CF-9057-DF8CB483C5F6}" dt="2024-07-24T06:33:55.068" v="279" actId="207"/>
          <ac:spMkLst>
            <pc:docMk/>
            <pc:sldMk cId="0" sldId="257"/>
            <ac:spMk id="18" creationId="{00000000-0000-0000-0000-000000000000}"/>
          </ac:spMkLst>
        </pc:spChg>
        <pc:spChg chg="mod">
          <ac:chgData name="SALMAN NAVEED" userId="d3438ddc3e6e470e" providerId="LiveId" clId="{20F5EF93-5506-46CF-9057-DF8CB483C5F6}" dt="2024-07-24T06:33:55.068" v="279" actId="207"/>
          <ac:spMkLst>
            <pc:docMk/>
            <pc:sldMk cId="0" sldId="257"/>
            <ac:spMk id="19" creationId="{00000000-0000-0000-0000-000000000000}"/>
          </ac:spMkLst>
        </pc:spChg>
        <pc:spChg chg="mod">
          <ac:chgData name="SALMAN NAVEED" userId="d3438ddc3e6e470e" providerId="LiveId" clId="{20F5EF93-5506-46CF-9057-DF8CB483C5F6}" dt="2024-07-24T06:33:55.068" v="279" actId="207"/>
          <ac:spMkLst>
            <pc:docMk/>
            <pc:sldMk cId="0" sldId="257"/>
            <ac:spMk id="20" creationId="{00000000-0000-0000-0000-000000000000}"/>
          </ac:spMkLst>
        </pc:spChg>
        <pc:spChg chg="mod">
          <ac:chgData name="SALMAN NAVEED" userId="d3438ddc3e6e470e" providerId="LiveId" clId="{20F5EF93-5506-46CF-9057-DF8CB483C5F6}" dt="2024-07-24T06:33:55.068" v="279" actId="207"/>
          <ac:spMkLst>
            <pc:docMk/>
            <pc:sldMk cId="0" sldId="257"/>
            <ac:spMk id="21" creationId="{00000000-0000-0000-0000-000000000000}"/>
          </ac:spMkLst>
        </pc:spChg>
        <pc:spChg chg="mod">
          <ac:chgData name="SALMAN NAVEED" userId="d3438ddc3e6e470e" providerId="LiveId" clId="{20F5EF93-5506-46CF-9057-DF8CB483C5F6}" dt="2024-07-24T06:34:02.493" v="280" actId="1076"/>
          <ac:spMkLst>
            <pc:docMk/>
            <pc:sldMk cId="0" sldId="257"/>
            <ac:spMk id="22" creationId="{00000000-0000-0000-0000-000000000000}"/>
          </ac:spMkLst>
        </pc:spChg>
        <pc:spChg chg="mod">
          <ac:chgData name="SALMAN NAVEED" userId="d3438ddc3e6e470e" providerId="LiveId" clId="{20F5EF93-5506-46CF-9057-DF8CB483C5F6}" dt="2024-07-24T06:33:55.068" v="279" actId="207"/>
          <ac:spMkLst>
            <pc:docMk/>
            <pc:sldMk cId="0" sldId="257"/>
            <ac:spMk id="23" creationId="{00000000-0000-0000-0000-000000000000}"/>
          </ac:spMkLst>
        </pc:spChg>
        <pc:spChg chg="mod">
          <ac:chgData name="SALMAN NAVEED" userId="d3438ddc3e6e470e" providerId="LiveId" clId="{20F5EF93-5506-46CF-9057-DF8CB483C5F6}" dt="2024-07-24T06:33:55.068" v="279" actId="207"/>
          <ac:spMkLst>
            <pc:docMk/>
            <pc:sldMk cId="0" sldId="257"/>
            <ac:spMk id="24" creationId="{00000000-0000-0000-0000-000000000000}"/>
          </ac:spMkLst>
        </pc:spChg>
        <pc:spChg chg="mod">
          <ac:chgData name="SALMAN NAVEED" userId="d3438ddc3e6e470e" providerId="LiveId" clId="{20F5EF93-5506-46CF-9057-DF8CB483C5F6}" dt="2024-07-24T06:33:55.068" v="279" actId="207"/>
          <ac:spMkLst>
            <pc:docMk/>
            <pc:sldMk cId="0" sldId="257"/>
            <ac:spMk id="25" creationId="{00000000-0000-0000-0000-000000000000}"/>
          </ac:spMkLst>
        </pc:spChg>
      </pc:sldChg>
      <pc:sldChg chg="setBg">
        <pc:chgData name="SALMAN NAVEED" userId="d3438ddc3e6e470e" providerId="LiveId" clId="{20F5EF93-5506-46CF-9057-DF8CB483C5F6}" dt="2024-07-24T06:39:06.592" v="300"/>
        <pc:sldMkLst>
          <pc:docMk/>
          <pc:sldMk cId="0" sldId="258"/>
        </pc:sldMkLst>
      </pc:sldChg>
      <pc:sldChg chg="modSp mod">
        <pc:chgData name="SALMAN NAVEED" userId="d3438ddc3e6e470e" providerId="LiveId" clId="{20F5EF93-5506-46CF-9057-DF8CB483C5F6}" dt="2024-08-12T06:17:20.956" v="1265" actId="1076"/>
        <pc:sldMkLst>
          <pc:docMk/>
          <pc:sldMk cId="0" sldId="259"/>
        </pc:sldMkLst>
        <pc:spChg chg="mod">
          <ac:chgData name="SALMAN NAVEED" userId="d3438ddc3e6e470e" providerId="LiveId" clId="{20F5EF93-5506-46CF-9057-DF8CB483C5F6}" dt="2024-08-12T06:17:20.956" v="1265" actId="1076"/>
          <ac:spMkLst>
            <pc:docMk/>
            <pc:sldMk cId="0" sldId="259"/>
            <ac:spMk id="6" creationId="{D8D2BCF8-7E44-6E48-2E3F-469BC304C741}"/>
          </ac:spMkLst>
        </pc:spChg>
      </pc:sldChg>
      <pc:sldChg chg="modSp mod">
        <pc:chgData name="SALMAN NAVEED" userId="d3438ddc3e6e470e" providerId="LiveId" clId="{20F5EF93-5506-46CF-9057-DF8CB483C5F6}" dt="2024-08-12T06:12:15.326" v="1216" actId="20577"/>
        <pc:sldMkLst>
          <pc:docMk/>
          <pc:sldMk cId="0" sldId="260"/>
        </pc:sldMkLst>
        <pc:spChg chg="mod">
          <ac:chgData name="SALMAN NAVEED" userId="d3438ddc3e6e470e" providerId="LiveId" clId="{20F5EF93-5506-46CF-9057-DF8CB483C5F6}" dt="2024-08-12T06:12:15.326" v="1216" actId="20577"/>
          <ac:spMkLst>
            <pc:docMk/>
            <pc:sldMk cId="0" sldId="260"/>
            <ac:spMk id="10" creationId="{00000000-0000-0000-0000-000000000000}"/>
          </ac:spMkLst>
        </pc:spChg>
      </pc:sldChg>
      <pc:sldChg chg="modSp mod setBg">
        <pc:chgData name="SALMAN NAVEED" userId="d3438ddc3e6e470e" providerId="LiveId" clId="{20F5EF93-5506-46CF-9057-DF8CB483C5F6}" dt="2024-08-12T06:17:38.374" v="1266" actId="1076"/>
        <pc:sldMkLst>
          <pc:docMk/>
          <pc:sldMk cId="0" sldId="261"/>
        </pc:sldMkLst>
        <pc:spChg chg="mod">
          <ac:chgData name="SALMAN NAVEED" userId="d3438ddc3e6e470e" providerId="LiveId" clId="{20F5EF93-5506-46CF-9057-DF8CB483C5F6}" dt="2024-08-12T06:17:38.374" v="1266" actId="1076"/>
          <ac:spMkLst>
            <pc:docMk/>
            <pc:sldMk cId="0" sldId="261"/>
            <ac:spMk id="7" creationId="{00000000-0000-0000-0000-000000000000}"/>
          </ac:spMkLst>
        </pc:spChg>
      </pc:sldChg>
      <pc:sldChg chg="addSp delSp modSp mod">
        <pc:chgData name="SALMAN NAVEED" userId="d3438ddc3e6e470e" providerId="LiveId" clId="{20F5EF93-5506-46CF-9057-DF8CB483C5F6}" dt="2024-08-12T06:17:48.078" v="1267" actId="1076"/>
        <pc:sldMkLst>
          <pc:docMk/>
          <pc:sldMk cId="0" sldId="262"/>
        </pc:sldMkLst>
        <pc:spChg chg="add del mod">
          <ac:chgData name="SALMAN NAVEED" userId="d3438ddc3e6e470e" providerId="LiveId" clId="{20F5EF93-5506-46CF-9057-DF8CB483C5F6}" dt="2024-08-12T06:02:52.967" v="1068"/>
          <ac:spMkLst>
            <pc:docMk/>
            <pc:sldMk cId="0" sldId="262"/>
            <ac:spMk id="2" creationId="{C504436A-EF66-3A06-2C4B-39B453A0EC8C}"/>
          </ac:spMkLst>
        </pc:spChg>
        <pc:spChg chg="add mod">
          <ac:chgData name="SALMAN NAVEED" userId="d3438ddc3e6e470e" providerId="LiveId" clId="{20F5EF93-5506-46CF-9057-DF8CB483C5F6}" dt="2024-08-12T06:17:48.078" v="1267" actId="1076"/>
          <ac:spMkLst>
            <pc:docMk/>
            <pc:sldMk cId="0" sldId="262"/>
            <ac:spMk id="4" creationId="{DFD6455D-7629-176B-851F-BFC0591980CE}"/>
          </ac:spMkLst>
        </pc:spChg>
        <pc:spChg chg="del mod">
          <ac:chgData name="SALMAN NAVEED" userId="d3438ddc3e6e470e" providerId="LiveId" clId="{20F5EF93-5506-46CF-9057-DF8CB483C5F6}" dt="2024-08-12T06:02:30.193" v="1064"/>
          <ac:spMkLst>
            <pc:docMk/>
            <pc:sldMk cId="0" sldId="262"/>
            <ac:spMk id="8" creationId="{AE748FED-0406-2641-34A8-326240CD9E6A}"/>
          </ac:spMkLst>
        </pc:spChg>
      </pc:sldChg>
      <pc:sldChg chg="modSp mod">
        <pc:chgData name="SALMAN NAVEED" userId="d3438ddc3e6e470e" providerId="LiveId" clId="{20F5EF93-5506-46CF-9057-DF8CB483C5F6}" dt="2024-07-24T09:55:41.416" v="488" actId="207"/>
        <pc:sldMkLst>
          <pc:docMk/>
          <pc:sldMk cId="0" sldId="265"/>
        </pc:sldMkLst>
        <pc:spChg chg="mod">
          <ac:chgData name="SALMAN NAVEED" userId="d3438ddc3e6e470e" providerId="LiveId" clId="{20F5EF93-5506-46CF-9057-DF8CB483C5F6}" dt="2024-07-24T09:55:41.416" v="488" actId="207"/>
          <ac:spMkLst>
            <pc:docMk/>
            <pc:sldMk cId="0" sldId="265"/>
            <ac:spMk id="7" creationId="{00000000-0000-0000-0000-000000000000}"/>
          </ac:spMkLst>
        </pc:spChg>
      </pc:sldChg>
      <pc:sldChg chg="modSp mod">
        <pc:chgData name="SALMAN NAVEED" userId="d3438ddc3e6e470e" providerId="LiveId" clId="{20F5EF93-5506-46CF-9057-DF8CB483C5F6}" dt="2024-07-27T06:58:42.499" v="493" actId="1037"/>
        <pc:sldMkLst>
          <pc:docMk/>
          <pc:sldMk cId="0" sldId="266"/>
        </pc:sldMkLst>
        <pc:spChg chg="mod">
          <ac:chgData name="SALMAN NAVEED" userId="d3438ddc3e6e470e" providerId="LiveId" clId="{20F5EF93-5506-46CF-9057-DF8CB483C5F6}" dt="2024-07-27T06:58:42.499" v="493" actId="1037"/>
          <ac:spMkLst>
            <pc:docMk/>
            <pc:sldMk cId="0" sldId="266"/>
            <ac:spMk id="12" creationId="{00000000-0000-0000-0000-000000000000}"/>
          </ac:spMkLst>
        </pc:spChg>
      </pc:sldChg>
      <pc:sldChg chg="modSp mod ord">
        <pc:chgData name="SALMAN NAVEED" userId="d3438ddc3e6e470e" providerId="LiveId" clId="{20F5EF93-5506-46CF-9057-DF8CB483C5F6}" dt="2024-07-27T06:59:18.139" v="494" actId="255"/>
        <pc:sldMkLst>
          <pc:docMk/>
          <pc:sldMk cId="0" sldId="267"/>
        </pc:sldMkLst>
        <pc:spChg chg="mod">
          <ac:chgData name="SALMAN NAVEED" userId="d3438ddc3e6e470e" providerId="LiveId" clId="{20F5EF93-5506-46CF-9057-DF8CB483C5F6}" dt="2024-07-27T06:59:18.139" v="494" actId="255"/>
          <ac:spMkLst>
            <pc:docMk/>
            <pc:sldMk cId="0" sldId="267"/>
            <ac:spMk id="9" creationId="{00000000-0000-0000-0000-000000000000}"/>
          </ac:spMkLst>
        </pc:spChg>
      </pc:sldChg>
      <pc:sldChg chg="addSp modSp mod">
        <pc:chgData name="SALMAN NAVEED" userId="d3438ddc3e6e470e" providerId="LiveId" clId="{20F5EF93-5506-46CF-9057-DF8CB483C5F6}" dt="2024-07-27T07:06:23.887" v="522" actId="1076"/>
        <pc:sldMkLst>
          <pc:docMk/>
          <pc:sldMk cId="0" sldId="268"/>
        </pc:sldMkLst>
        <pc:spChg chg="add mod">
          <ac:chgData name="SALMAN NAVEED" userId="d3438ddc3e6e470e" providerId="LiveId" clId="{20F5EF93-5506-46CF-9057-DF8CB483C5F6}" dt="2024-07-27T07:05:51.592" v="520" actId="14100"/>
          <ac:spMkLst>
            <pc:docMk/>
            <pc:sldMk cId="0" sldId="268"/>
            <ac:spMk id="3" creationId="{F1F63ADF-3953-C16C-BD96-24A1019E853C}"/>
          </ac:spMkLst>
        </pc:spChg>
        <pc:spChg chg="mod">
          <ac:chgData name="SALMAN NAVEED" userId="d3438ddc3e6e470e" providerId="LiveId" clId="{20F5EF93-5506-46CF-9057-DF8CB483C5F6}" dt="2024-07-27T07:06:23.887" v="522" actId="1076"/>
          <ac:spMkLst>
            <pc:docMk/>
            <pc:sldMk cId="0" sldId="268"/>
            <ac:spMk id="9" creationId="{00000000-0000-0000-0000-000000000000}"/>
          </ac:spMkLst>
        </pc:spChg>
        <pc:picChg chg="add mod">
          <ac:chgData name="SALMAN NAVEED" userId="d3438ddc3e6e470e" providerId="LiveId" clId="{20F5EF93-5506-46CF-9057-DF8CB483C5F6}" dt="2024-07-27T07:05:58.687" v="521" actId="1076"/>
          <ac:picMkLst>
            <pc:docMk/>
            <pc:sldMk cId="0" sldId="268"/>
            <ac:picMk id="4" creationId="{40B23685-B7A1-B2DF-981D-6B93488655C6}"/>
          </ac:picMkLst>
        </pc:picChg>
      </pc:sldChg>
      <pc:sldChg chg="addSp delSp modSp mod ord">
        <pc:chgData name="SALMAN NAVEED" userId="d3438ddc3e6e470e" providerId="LiveId" clId="{20F5EF93-5506-46CF-9057-DF8CB483C5F6}" dt="2024-07-24T09:51:29.238" v="476"/>
        <pc:sldMkLst>
          <pc:docMk/>
          <pc:sldMk cId="0" sldId="270"/>
        </pc:sldMkLst>
        <pc:spChg chg="del mod">
          <ac:chgData name="SALMAN NAVEED" userId="d3438ddc3e6e470e" providerId="LiveId" clId="{20F5EF93-5506-46CF-9057-DF8CB483C5F6}" dt="2024-07-24T09:50:21.822" v="473"/>
          <ac:spMkLst>
            <pc:docMk/>
            <pc:sldMk cId="0" sldId="270"/>
            <ac:spMk id="8" creationId="{00000000-0000-0000-0000-000000000000}"/>
          </ac:spMkLst>
        </pc:spChg>
        <pc:picChg chg="add mod">
          <ac:chgData name="SALMAN NAVEED" userId="d3438ddc3e6e470e" providerId="LiveId" clId="{20F5EF93-5506-46CF-9057-DF8CB483C5F6}" dt="2024-07-24T09:47:46.944" v="463" actId="1076"/>
          <ac:picMkLst>
            <pc:docMk/>
            <pc:sldMk cId="0" sldId="270"/>
            <ac:picMk id="9" creationId="{8C8EAA6A-701B-0307-93E3-666B49BCC969}"/>
          </ac:picMkLst>
        </pc:picChg>
        <pc:picChg chg="add mod">
          <ac:chgData name="SALMAN NAVEED" userId="d3438ddc3e6e470e" providerId="LiveId" clId="{20F5EF93-5506-46CF-9057-DF8CB483C5F6}" dt="2024-07-24T09:48:25.950" v="471" actId="14100"/>
          <ac:picMkLst>
            <pc:docMk/>
            <pc:sldMk cId="0" sldId="270"/>
            <ac:picMk id="11" creationId="{6E7BCD54-7E8C-804B-6C2D-5C1AC7100D9A}"/>
          </ac:picMkLst>
        </pc:picChg>
      </pc:sldChg>
      <pc:sldChg chg="ord">
        <pc:chgData name="SALMAN NAVEED" userId="d3438ddc3e6e470e" providerId="LiveId" clId="{20F5EF93-5506-46CF-9057-DF8CB483C5F6}" dt="2024-07-24T09:27:59.213" v="316"/>
        <pc:sldMkLst>
          <pc:docMk/>
          <pc:sldMk cId="0" sldId="271"/>
        </pc:sldMkLst>
      </pc:sldChg>
      <pc:sldChg chg="addSp modSp mod">
        <pc:chgData name="SALMAN NAVEED" userId="d3438ddc3e6e470e" providerId="LiveId" clId="{20F5EF93-5506-46CF-9057-DF8CB483C5F6}" dt="2024-08-11T20:40:29.829" v="993" actId="108"/>
        <pc:sldMkLst>
          <pc:docMk/>
          <pc:sldMk cId="0" sldId="272"/>
        </pc:sldMkLst>
        <pc:spChg chg="mod">
          <ac:chgData name="SALMAN NAVEED" userId="d3438ddc3e6e470e" providerId="LiveId" clId="{20F5EF93-5506-46CF-9057-DF8CB483C5F6}" dt="2024-07-24T09:26:17.036" v="307" actId="1076"/>
          <ac:spMkLst>
            <pc:docMk/>
            <pc:sldMk cId="0" sldId="272"/>
            <ac:spMk id="4" creationId="{00000000-0000-0000-0000-000000000000}"/>
          </ac:spMkLst>
        </pc:spChg>
        <pc:spChg chg="mod">
          <ac:chgData name="SALMAN NAVEED" userId="d3438ddc3e6e470e" providerId="LiveId" clId="{20F5EF93-5506-46CF-9057-DF8CB483C5F6}" dt="2024-08-11T20:04:23.252" v="660" actId="1076"/>
          <ac:spMkLst>
            <pc:docMk/>
            <pc:sldMk cId="0" sldId="272"/>
            <ac:spMk id="7" creationId="{00000000-0000-0000-0000-000000000000}"/>
          </ac:spMkLst>
        </pc:spChg>
        <pc:spChg chg="mod">
          <ac:chgData name="SALMAN NAVEED" userId="d3438ddc3e6e470e" providerId="LiveId" clId="{20F5EF93-5506-46CF-9057-DF8CB483C5F6}" dt="2024-07-24T09:32:33.216" v="397" actId="20577"/>
          <ac:spMkLst>
            <pc:docMk/>
            <pc:sldMk cId="0" sldId="272"/>
            <ac:spMk id="11" creationId="{00000000-0000-0000-0000-000000000000}"/>
          </ac:spMkLst>
        </pc:spChg>
        <pc:spChg chg="add mod">
          <ac:chgData name="SALMAN NAVEED" userId="d3438ddc3e6e470e" providerId="LiveId" clId="{20F5EF93-5506-46CF-9057-DF8CB483C5F6}" dt="2024-08-11T20:40:01.399" v="991" actId="2711"/>
          <ac:spMkLst>
            <pc:docMk/>
            <pc:sldMk cId="0" sldId="272"/>
            <ac:spMk id="12" creationId="{6D04357A-E52E-19F3-1CE8-D0D696F1A319}"/>
          </ac:spMkLst>
        </pc:spChg>
        <pc:spChg chg="add mod">
          <ac:chgData name="SALMAN NAVEED" userId="d3438ddc3e6e470e" providerId="LiveId" clId="{20F5EF93-5506-46CF-9057-DF8CB483C5F6}" dt="2024-08-11T20:40:29.829" v="993" actId="108"/>
          <ac:spMkLst>
            <pc:docMk/>
            <pc:sldMk cId="0" sldId="272"/>
            <ac:spMk id="13" creationId="{50982AE1-6C93-8B6B-8676-788E4A5D08A4}"/>
          </ac:spMkLst>
        </pc:spChg>
        <pc:picChg chg="add mod">
          <ac:chgData name="SALMAN NAVEED" userId="d3438ddc3e6e470e" providerId="LiveId" clId="{20F5EF93-5506-46CF-9057-DF8CB483C5F6}" dt="2024-08-11T20:02:26.205" v="645" actId="1076"/>
          <ac:picMkLst>
            <pc:docMk/>
            <pc:sldMk cId="0" sldId="272"/>
            <ac:picMk id="8" creationId="{99413BF1-DE1E-955C-AD6D-10298C405604}"/>
          </ac:picMkLst>
        </pc:picChg>
        <pc:picChg chg="add mod">
          <ac:chgData name="SALMAN NAVEED" userId="d3438ddc3e6e470e" providerId="LiveId" clId="{20F5EF93-5506-46CF-9057-DF8CB483C5F6}" dt="2024-08-11T20:02:20.165" v="644" actId="1076"/>
          <ac:picMkLst>
            <pc:docMk/>
            <pc:sldMk cId="0" sldId="272"/>
            <ac:picMk id="10" creationId="{5DA98CBF-AB0F-1271-4DC7-6DCA346C67CC}"/>
          </ac:picMkLst>
        </pc:picChg>
      </pc:sldChg>
      <pc:sldChg chg="modSp add mod">
        <pc:chgData name="SALMAN NAVEED" userId="d3438ddc3e6e470e" providerId="LiveId" clId="{20F5EF93-5506-46CF-9057-DF8CB483C5F6}" dt="2024-07-24T09:39:01.951" v="459" actId="20577"/>
        <pc:sldMkLst>
          <pc:docMk/>
          <pc:sldMk cId="3331063346" sldId="276"/>
        </pc:sldMkLst>
        <pc:spChg chg="mod">
          <ac:chgData name="SALMAN NAVEED" userId="d3438ddc3e6e470e" providerId="LiveId" clId="{20F5EF93-5506-46CF-9057-DF8CB483C5F6}" dt="2024-07-24T09:39:01.951" v="459" actId="20577"/>
          <ac:spMkLst>
            <pc:docMk/>
            <pc:sldMk cId="3331063346" sldId="276"/>
            <ac:spMk id="8" creationId="{00000000-0000-0000-0000-000000000000}"/>
          </ac:spMkLst>
        </pc:spChg>
      </pc:sldChg>
      <pc:sldChg chg="addSp delSp modSp new mod">
        <pc:chgData name="SALMAN NAVEED" userId="d3438ddc3e6e470e" providerId="LiveId" clId="{20F5EF93-5506-46CF-9057-DF8CB483C5F6}" dt="2024-08-11T20:47:52.016" v="1035" actId="113"/>
        <pc:sldMkLst>
          <pc:docMk/>
          <pc:sldMk cId="1361282294" sldId="277"/>
        </pc:sldMkLst>
        <pc:spChg chg="add del mod">
          <ac:chgData name="SALMAN NAVEED" userId="d3438ddc3e6e470e" providerId="LiveId" clId="{20F5EF93-5506-46CF-9057-DF8CB483C5F6}" dt="2024-08-11T20:03:54.086" v="659"/>
          <ac:spMkLst>
            <pc:docMk/>
            <pc:sldMk cId="1361282294" sldId="277"/>
            <ac:spMk id="8" creationId="{755581A5-85EC-20B2-B71C-5868DBA9ACEA}"/>
          </ac:spMkLst>
        </pc:spChg>
        <pc:spChg chg="add del mod">
          <ac:chgData name="SALMAN NAVEED" userId="d3438ddc3e6e470e" providerId="LiveId" clId="{20F5EF93-5506-46CF-9057-DF8CB483C5F6}" dt="2024-08-11T20:06:18.155" v="676" actId="21"/>
          <ac:spMkLst>
            <pc:docMk/>
            <pc:sldMk cId="1361282294" sldId="277"/>
            <ac:spMk id="9" creationId="{1A9B1291-BF53-6128-AF56-0ECF88783A82}"/>
          </ac:spMkLst>
        </pc:spChg>
        <pc:spChg chg="add del mod">
          <ac:chgData name="SALMAN NAVEED" userId="d3438ddc3e6e470e" providerId="LiveId" clId="{20F5EF93-5506-46CF-9057-DF8CB483C5F6}" dt="2024-08-11T20:34:22.543" v="947" actId="1076"/>
          <ac:spMkLst>
            <pc:docMk/>
            <pc:sldMk cId="1361282294" sldId="277"/>
            <ac:spMk id="10" creationId="{249454E4-3E58-4FAE-05E0-096FCE618EA6}"/>
          </ac:spMkLst>
        </pc:spChg>
        <pc:spChg chg="add mod">
          <ac:chgData name="SALMAN NAVEED" userId="d3438ddc3e6e470e" providerId="LiveId" clId="{20F5EF93-5506-46CF-9057-DF8CB483C5F6}" dt="2024-08-11T20:47:48.996" v="1034" actId="113"/>
          <ac:spMkLst>
            <pc:docMk/>
            <pc:sldMk cId="1361282294" sldId="277"/>
            <ac:spMk id="12" creationId="{FE950BBD-F9B7-5469-F0DA-5A41DAF342BB}"/>
          </ac:spMkLst>
        </pc:spChg>
        <pc:spChg chg="add mod">
          <ac:chgData name="SALMAN NAVEED" userId="d3438ddc3e6e470e" providerId="LiveId" clId="{20F5EF93-5506-46CF-9057-DF8CB483C5F6}" dt="2024-08-11T20:47:52.016" v="1035" actId="113"/>
          <ac:spMkLst>
            <pc:docMk/>
            <pc:sldMk cId="1361282294" sldId="277"/>
            <ac:spMk id="14" creationId="{CF905045-017B-29D5-99B0-45E74A0D5922}"/>
          </ac:spMkLst>
        </pc:spChg>
        <pc:picChg chg="add mod">
          <ac:chgData name="SALMAN NAVEED" userId="d3438ddc3e6e470e" providerId="LiveId" clId="{20F5EF93-5506-46CF-9057-DF8CB483C5F6}" dt="2024-08-11T19:55:52.845" v="580" actId="1076"/>
          <ac:picMkLst>
            <pc:docMk/>
            <pc:sldMk cId="1361282294" sldId="277"/>
            <ac:picMk id="3" creationId="{FD3E03A6-2CEC-EFFD-6B77-DA839037087F}"/>
          </ac:picMkLst>
        </pc:picChg>
        <pc:picChg chg="add mod">
          <ac:chgData name="SALMAN NAVEED" userId="d3438ddc3e6e470e" providerId="LiveId" clId="{20F5EF93-5506-46CF-9057-DF8CB483C5F6}" dt="2024-08-11T19:55:52.306" v="579" actId="1076"/>
          <ac:picMkLst>
            <pc:docMk/>
            <pc:sldMk cId="1361282294" sldId="277"/>
            <ac:picMk id="5" creationId="{9E72F108-756B-D313-6F29-C833E4DEB67C}"/>
          </ac:picMkLst>
        </pc:picChg>
        <pc:picChg chg="add mod">
          <ac:chgData name="SALMAN NAVEED" userId="d3438ddc3e6e470e" providerId="LiveId" clId="{20F5EF93-5506-46CF-9057-DF8CB483C5F6}" dt="2024-08-11T20:09:08.077" v="704" actId="14100"/>
          <ac:picMkLst>
            <pc:docMk/>
            <pc:sldMk cId="1361282294" sldId="277"/>
            <ac:picMk id="6" creationId="{5A01024C-1140-56BE-4F8D-1DE8C5A4E5F9}"/>
          </ac:picMkLst>
        </pc:picChg>
        <pc:picChg chg="add mod">
          <ac:chgData name="SALMAN NAVEED" userId="d3438ddc3e6e470e" providerId="LiveId" clId="{20F5EF93-5506-46CF-9057-DF8CB483C5F6}" dt="2024-08-11T20:03:20.338" v="653" actId="1076"/>
          <ac:picMkLst>
            <pc:docMk/>
            <pc:sldMk cId="1361282294" sldId="277"/>
            <ac:picMk id="7" creationId="{32FDE15D-BB37-E955-6D09-F117C5A2356A}"/>
          </ac:picMkLst>
        </pc:picChg>
      </pc:sldChg>
      <pc:sldChg chg="addSp delSp modSp new mod">
        <pc:chgData name="SALMAN NAVEED" userId="d3438ddc3e6e470e" providerId="LiveId" clId="{20F5EF93-5506-46CF-9057-DF8CB483C5F6}" dt="2024-08-11T20:48:04.195" v="1038" actId="113"/>
        <pc:sldMkLst>
          <pc:docMk/>
          <pc:sldMk cId="1327086008" sldId="278"/>
        </pc:sldMkLst>
        <pc:spChg chg="add del mod">
          <ac:chgData name="SALMAN NAVEED" userId="d3438ddc3e6e470e" providerId="LiveId" clId="{20F5EF93-5506-46CF-9057-DF8CB483C5F6}" dt="2024-08-11T20:18:54.197" v="814"/>
          <ac:spMkLst>
            <pc:docMk/>
            <pc:sldMk cId="1327086008" sldId="278"/>
            <ac:spMk id="8" creationId="{19A39897-63BA-616B-4BFD-2C6033CD9C2E}"/>
          </ac:spMkLst>
        </pc:spChg>
        <pc:spChg chg="add del mod">
          <ac:chgData name="SALMAN NAVEED" userId="d3438ddc3e6e470e" providerId="LiveId" clId="{20F5EF93-5506-46CF-9057-DF8CB483C5F6}" dt="2024-08-11T20:18:54.197" v="816"/>
          <ac:spMkLst>
            <pc:docMk/>
            <pc:sldMk cId="1327086008" sldId="278"/>
            <ac:spMk id="9" creationId="{5F4E8E0C-FA77-C515-6C0E-D8E6A9C81917}"/>
          </ac:spMkLst>
        </pc:spChg>
        <pc:spChg chg="add del mod">
          <ac:chgData name="SALMAN NAVEED" userId="d3438ddc3e6e470e" providerId="LiveId" clId="{20F5EF93-5506-46CF-9057-DF8CB483C5F6}" dt="2024-08-11T20:19:09.978" v="820" actId="47"/>
          <ac:spMkLst>
            <pc:docMk/>
            <pc:sldMk cId="1327086008" sldId="278"/>
            <ac:spMk id="10" creationId="{8E7AD5AD-0C7B-70F8-ED36-B974C0013000}"/>
          </ac:spMkLst>
        </pc:spChg>
        <pc:spChg chg="add del mod">
          <ac:chgData name="SALMAN NAVEED" userId="d3438ddc3e6e470e" providerId="LiveId" clId="{20F5EF93-5506-46CF-9057-DF8CB483C5F6}" dt="2024-08-11T20:19:31.649" v="827"/>
          <ac:spMkLst>
            <pc:docMk/>
            <pc:sldMk cId="1327086008" sldId="278"/>
            <ac:spMk id="11" creationId="{E55E80DF-B249-CAF1-BA04-8C72A77B427A}"/>
          </ac:spMkLst>
        </pc:spChg>
        <pc:spChg chg="add mod">
          <ac:chgData name="SALMAN NAVEED" userId="d3438ddc3e6e470e" providerId="LiveId" clId="{20F5EF93-5506-46CF-9057-DF8CB483C5F6}" dt="2024-08-11T20:19:17.349" v="822" actId="767"/>
          <ac:spMkLst>
            <pc:docMk/>
            <pc:sldMk cId="1327086008" sldId="278"/>
            <ac:spMk id="12" creationId="{9E1E3F9B-83D2-1F7F-4AED-7E6404C24380}"/>
          </ac:spMkLst>
        </pc:spChg>
        <pc:spChg chg="add mod">
          <ac:chgData name="SALMAN NAVEED" userId="d3438ddc3e6e470e" providerId="LiveId" clId="{20F5EF93-5506-46CF-9057-DF8CB483C5F6}" dt="2024-08-11T20:19:18.177" v="823" actId="767"/>
          <ac:spMkLst>
            <pc:docMk/>
            <pc:sldMk cId="1327086008" sldId="278"/>
            <ac:spMk id="13" creationId="{8BCB4FA5-DFAE-2403-B94F-27816D149209}"/>
          </ac:spMkLst>
        </pc:spChg>
        <pc:spChg chg="add del mod">
          <ac:chgData name="SALMAN NAVEED" userId="d3438ddc3e6e470e" providerId="LiveId" clId="{20F5EF93-5506-46CF-9057-DF8CB483C5F6}" dt="2024-08-11T20:19:31.644" v="825" actId="21"/>
          <ac:spMkLst>
            <pc:docMk/>
            <pc:sldMk cId="1327086008" sldId="278"/>
            <ac:spMk id="14" creationId="{4760B36A-BA23-CCD0-6354-AD37E4810852}"/>
          </ac:spMkLst>
        </pc:spChg>
        <pc:spChg chg="add mod">
          <ac:chgData name="SALMAN NAVEED" userId="d3438ddc3e6e470e" providerId="LiveId" clId="{20F5EF93-5506-46CF-9057-DF8CB483C5F6}" dt="2024-08-11T20:48:00.377" v="1037" actId="113"/>
          <ac:spMkLst>
            <pc:docMk/>
            <pc:sldMk cId="1327086008" sldId="278"/>
            <ac:spMk id="15" creationId="{BE743635-B645-C5E8-AA3C-472859B488B6}"/>
          </ac:spMkLst>
        </pc:spChg>
        <pc:spChg chg="add mod">
          <ac:chgData name="SALMAN NAVEED" userId="d3438ddc3e6e470e" providerId="LiveId" clId="{20F5EF93-5506-46CF-9057-DF8CB483C5F6}" dt="2024-08-11T20:48:04.195" v="1038" actId="113"/>
          <ac:spMkLst>
            <pc:docMk/>
            <pc:sldMk cId="1327086008" sldId="278"/>
            <ac:spMk id="17" creationId="{98E3B542-FB57-ACAA-94DD-BEEB1F541E98}"/>
          </ac:spMkLst>
        </pc:spChg>
        <pc:spChg chg="add mod">
          <ac:chgData name="SALMAN NAVEED" userId="d3438ddc3e6e470e" providerId="LiveId" clId="{20F5EF93-5506-46CF-9057-DF8CB483C5F6}" dt="2024-08-11T20:34:03.587" v="945" actId="1076"/>
          <ac:spMkLst>
            <pc:docMk/>
            <pc:sldMk cId="1327086008" sldId="278"/>
            <ac:spMk id="19" creationId="{2D641B16-F309-EADE-6828-408DBC4FBE8D}"/>
          </ac:spMkLst>
        </pc:spChg>
        <pc:picChg chg="add mod">
          <ac:chgData name="SALMAN NAVEED" userId="d3438ddc3e6e470e" providerId="LiveId" clId="{20F5EF93-5506-46CF-9057-DF8CB483C5F6}" dt="2024-08-11T19:55:51.433" v="576" actId="1076"/>
          <ac:picMkLst>
            <pc:docMk/>
            <pc:sldMk cId="1327086008" sldId="278"/>
            <ac:picMk id="3" creationId="{98CEBE97-4395-2F29-19FC-F34114B44B41}"/>
          </ac:picMkLst>
        </pc:picChg>
        <pc:picChg chg="add mod">
          <ac:chgData name="SALMAN NAVEED" userId="d3438ddc3e6e470e" providerId="LiveId" clId="{20F5EF93-5506-46CF-9057-DF8CB483C5F6}" dt="2024-08-11T19:55:51.042" v="575" actId="1076"/>
          <ac:picMkLst>
            <pc:docMk/>
            <pc:sldMk cId="1327086008" sldId="278"/>
            <ac:picMk id="5" creationId="{F7E3B995-5692-1410-51E7-0BF39FF22028}"/>
          </ac:picMkLst>
        </pc:picChg>
        <pc:picChg chg="add mod">
          <ac:chgData name="SALMAN NAVEED" userId="d3438ddc3e6e470e" providerId="LiveId" clId="{20F5EF93-5506-46CF-9057-DF8CB483C5F6}" dt="2024-08-11T20:10:29.425" v="720" actId="1076"/>
          <ac:picMkLst>
            <pc:docMk/>
            <pc:sldMk cId="1327086008" sldId="278"/>
            <ac:picMk id="6" creationId="{C96E9846-4D58-83A4-9E95-A9974C3C3F80}"/>
          </ac:picMkLst>
        </pc:picChg>
        <pc:picChg chg="add mod">
          <ac:chgData name="SALMAN NAVEED" userId="d3438ddc3e6e470e" providerId="LiveId" clId="{20F5EF93-5506-46CF-9057-DF8CB483C5F6}" dt="2024-08-11T20:19:55.891" v="831" actId="1076"/>
          <ac:picMkLst>
            <pc:docMk/>
            <pc:sldMk cId="1327086008" sldId="278"/>
            <ac:picMk id="7" creationId="{EEFC327B-31BE-2FEA-4929-B6B4DE293137}"/>
          </ac:picMkLst>
        </pc:picChg>
      </pc:sldChg>
      <pc:sldChg chg="addSp modSp new mod">
        <pc:chgData name="SALMAN NAVEED" userId="d3438ddc3e6e470e" providerId="LiveId" clId="{20F5EF93-5506-46CF-9057-DF8CB483C5F6}" dt="2024-08-11T20:48:31.123" v="1044" actId="113"/>
        <pc:sldMkLst>
          <pc:docMk/>
          <pc:sldMk cId="2789282084" sldId="279"/>
        </pc:sldMkLst>
        <pc:spChg chg="add mod">
          <ac:chgData name="SALMAN NAVEED" userId="d3438ddc3e6e470e" providerId="LiveId" clId="{20F5EF93-5506-46CF-9057-DF8CB483C5F6}" dt="2024-08-11T20:48:25.487" v="1041" actId="113"/>
          <ac:spMkLst>
            <pc:docMk/>
            <pc:sldMk cId="2789282084" sldId="279"/>
            <ac:spMk id="9" creationId="{BEF082E7-D7A0-AA5F-5C2A-2DF1F2D2E33E}"/>
          </ac:spMkLst>
        </pc:spChg>
        <pc:spChg chg="add mod">
          <ac:chgData name="SALMAN NAVEED" userId="d3438ddc3e6e470e" providerId="LiveId" clId="{20F5EF93-5506-46CF-9057-DF8CB483C5F6}" dt="2024-08-11T20:48:31.123" v="1044" actId="113"/>
          <ac:spMkLst>
            <pc:docMk/>
            <pc:sldMk cId="2789282084" sldId="279"/>
            <ac:spMk id="11" creationId="{FC5F7B8B-CC62-6778-04AA-5BF5D4841F45}"/>
          </ac:spMkLst>
        </pc:spChg>
        <pc:spChg chg="add mod">
          <ac:chgData name="SALMAN NAVEED" userId="d3438ddc3e6e470e" providerId="LiveId" clId="{20F5EF93-5506-46CF-9057-DF8CB483C5F6}" dt="2024-08-11T20:34:29.636" v="948" actId="1076"/>
          <ac:spMkLst>
            <pc:docMk/>
            <pc:sldMk cId="2789282084" sldId="279"/>
            <ac:spMk id="13" creationId="{CFB8EBF2-E30F-949F-9DD4-127DDAEA9195}"/>
          </ac:spMkLst>
        </pc:spChg>
        <pc:picChg chg="add mod">
          <ac:chgData name="SALMAN NAVEED" userId="d3438ddc3e6e470e" providerId="LiveId" clId="{20F5EF93-5506-46CF-9057-DF8CB483C5F6}" dt="2024-08-11T19:55:50.641" v="574" actId="1076"/>
          <ac:picMkLst>
            <pc:docMk/>
            <pc:sldMk cId="2789282084" sldId="279"/>
            <ac:picMk id="3" creationId="{B2D776F3-A744-6315-7569-C19684A2D58B}"/>
          </ac:picMkLst>
        </pc:picChg>
        <pc:picChg chg="add mod">
          <ac:chgData name="SALMAN NAVEED" userId="d3438ddc3e6e470e" providerId="LiveId" clId="{20F5EF93-5506-46CF-9057-DF8CB483C5F6}" dt="2024-08-11T19:55:50.161" v="573" actId="1076"/>
          <ac:picMkLst>
            <pc:docMk/>
            <pc:sldMk cId="2789282084" sldId="279"/>
            <ac:picMk id="5" creationId="{50C8CFB8-107B-7FD2-1859-3CB780AEA965}"/>
          </ac:picMkLst>
        </pc:picChg>
        <pc:picChg chg="add mod">
          <ac:chgData name="SALMAN NAVEED" userId="d3438ddc3e6e470e" providerId="LiveId" clId="{20F5EF93-5506-46CF-9057-DF8CB483C5F6}" dt="2024-08-11T20:11:16.368" v="731" actId="1076"/>
          <ac:picMkLst>
            <pc:docMk/>
            <pc:sldMk cId="2789282084" sldId="279"/>
            <ac:picMk id="6" creationId="{420BF230-54A9-B6D4-24B1-2EF46CD11A3E}"/>
          </ac:picMkLst>
        </pc:picChg>
        <pc:picChg chg="add mod">
          <ac:chgData name="SALMAN NAVEED" userId="d3438ddc3e6e470e" providerId="LiveId" clId="{20F5EF93-5506-46CF-9057-DF8CB483C5F6}" dt="2024-08-11T20:25:31.300" v="879" actId="1076"/>
          <ac:picMkLst>
            <pc:docMk/>
            <pc:sldMk cId="2789282084" sldId="279"/>
            <ac:picMk id="7" creationId="{A2D71966-2316-10AD-A6D6-BD7F5426FCA5}"/>
          </ac:picMkLst>
        </pc:picChg>
      </pc:sldChg>
      <pc:sldChg chg="addSp delSp modSp new mod">
        <pc:chgData name="SALMAN NAVEED" userId="d3438ddc3e6e470e" providerId="LiveId" clId="{20F5EF93-5506-46CF-9057-DF8CB483C5F6}" dt="2024-08-11T20:48:59.754" v="1048" actId="113"/>
        <pc:sldMkLst>
          <pc:docMk/>
          <pc:sldMk cId="774923741" sldId="280"/>
        </pc:sldMkLst>
        <pc:spChg chg="add mod">
          <ac:chgData name="SALMAN NAVEED" userId="d3438ddc3e6e470e" providerId="LiveId" clId="{20F5EF93-5506-46CF-9057-DF8CB483C5F6}" dt="2024-08-11T20:48:56.269" v="1047" actId="113"/>
          <ac:spMkLst>
            <pc:docMk/>
            <pc:sldMk cId="774923741" sldId="280"/>
            <ac:spMk id="5" creationId="{DD1EF470-58AB-0BF0-1B88-EA1D123DE692}"/>
          </ac:spMkLst>
        </pc:spChg>
        <pc:spChg chg="add del">
          <ac:chgData name="SALMAN NAVEED" userId="d3438ddc3e6e470e" providerId="LiveId" clId="{20F5EF93-5506-46CF-9057-DF8CB483C5F6}" dt="2024-08-11T20:27:46.672" v="893" actId="22"/>
          <ac:spMkLst>
            <pc:docMk/>
            <pc:sldMk cId="774923741" sldId="280"/>
            <ac:spMk id="7" creationId="{C113C216-3276-6588-0413-D92F5B447561}"/>
          </ac:spMkLst>
        </pc:spChg>
        <pc:spChg chg="add mod">
          <ac:chgData name="SALMAN NAVEED" userId="d3438ddc3e6e470e" providerId="LiveId" clId="{20F5EF93-5506-46CF-9057-DF8CB483C5F6}" dt="2024-08-11T20:48:59.754" v="1048" actId="113"/>
          <ac:spMkLst>
            <pc:docMk/>
            <pc:sldMk cId="774923741" sldId="280"/>
            <ac:spMk id="9" creationId="{A719FA61-7EDB-E112-2FA2-12AADBA311BC}"/>
          </ac:spMkLst>
        </pc:spChg>
        <pc:spChg chg="add mod">
          <ac:chgData name="SALMAN NAVEED" userId="d3438ddc3e6e470e" providerId="LiveId" clId="{20F5EF93-5506-46CF-9057-DF8CB483C5F6}" dt="2024-08-11T20:34:55.852" v="952" actId="1076"/>
          <ac:spMkLst>
            <pc:docMk/>
            <pc:sldMk cId="774923741" sldId="280"/>
            <ac:spMk id="11" creationId="{946B6051-22FB-DDAF-0C0C-DD9ED876AE28}"/>
          </ac:spMkLst>
        </pc:spChg>
        <pc:picChg chg="add mod">
          <ac:chgData name="SALMAN NAVEED" userId="d3438ddc3e6e470e" providerId="LiveId" clId="{20F5EF93-5506-46CF-9057-DF8CB483C5F6}" dt="2024-08-11T20:13:24.385" v="756" actId="1076"/>
          <ac:picMkLst>
            <pc:docMk/>
            <pc:sldMk cId="774923741" sldId="280"/>
            <ac:picMk id="2" creationId="{0821C6D3-3E82-8360-7F8E-2E9BCA6E7013}"/>
          </ac:picMkLst>
        </pc:picChg>
        <pc:picChg chg="add mod">
          <ac:chgData name="SALMAN NAVEED" userId="d3438ddc3e6e470e" providerId="LiveId" clId="{20F5EF93-5506-46CF-9057-DF8CB483C5F6}" dt="2024-08-11T20:28:03.495" v="897" actId="1076"/>
          <ac:picMkLst>
            <pc:docMk/>
            <pc:sldMk cId="774923741" sldId="280"/>
            <ac:picMk id="3" creationId="{6D382FEF-68E0-5B33-8831-55A52649CE6E}"/>
          </ac:picMkLst>
        </pc:picChg>
      </pc:sldChg>
      <pc:sldChg chg="addSp modSp new del mod">
        <pc:chgData name="SALMAN NAVEED" userId="d3438ddc3e6e470e" providerId="LiveId" clId="{20F5EF93-5506-46CF-9057-DF8CB483C5F6}" dt="2024-08-11T19:55:49.792" v="571" actId="680"/>
        <pc:sldMkLst>
          <pc:docMk/>
          <pc:sldMk cId="2676654175" sldId="280"/>
        </pc:sldMkLst>
        <pc:picChg chg="add mod">
          <ac:chgData name="SALMAN NAVEED" userId="d3438ddc3e6e470e" providerId="LiveId" clId="{20F5EF93-5506-46CF-9057-DF8CB483C5F6}" dt="2024-08-11T19:55:49.346" v="570" actId="1076"/>
          <ac:picMkLst>
            <pc:docMk/>
            <pc:sldMk cId="2676654175" sldId="280"/>
            <ac:picMk id="3" creationId="{6F43A5D4-4BD9-CF67-E740-E772A3536FCD}"/>
          </ac:picMkLst>
        </pc:picChg>
        <pc:picChg chg="add mod">
          <ac:chgData name="SALMAN NAVEED" userId="d3438ddc3e6e470e" providerId="LiveId" clId="{20F5EF93-5506-46CF-9057-DF8CB483C5F6}" dt="2024-08-11T19:55:48.967" v="569" actId="1076"/>
          <ac:picMkLst>
            <pc:docMk/>
            <pc:sldMk cId="2676654175" sldId="280"/>
            <ac:picMk id="5" creationId="{1A4A65F6-934E-9564-9AAB-9862F7F68296}"/>
          </ac:picMkLst>
        </pc:picChg>
      </pc:sldChg>
      <pc:sldChg chg="addSp modSp add mod ord">
        <pc:chgData name="SALMAN NAVEED" userId="d3438ddc3e6e470e" providerId="LiveId" clId="{20F5EF93-5506-46CF-9057-DF8CB483C5F6}" dt="2024-08-11T20:48:47.746" v="1046" actId="113"/>
        <pc:sldMkLst>
          <pc:docMk/>
          <pc:sldMk cId="2993353097" sldId="281"/>
        </pc:sldMkLst>
        <pc:spChg chg="add mod">
          <ac:chgData name="SALMAN NAVEED" userId="d3438ddc3e6e470e" providerId="LiveId" clId="{20F5EF93-5506-46CF-9057-DF8CB483C5F6}" dt="2024-08-11T20:48:43.623" v="1045" actId="113"/>
          <ac:spMkLst>
            <pc:docMk/>
            <pc:sldMk cId="2993353097" sldId="281"/>
            <ac:spMk id="5" creationId="{AF9AFE86-6B81-059C-1FAA-EF2271449D14}"/>
          </ac:spMkLst>
        </pc:spChg>
        <pc:spChg chg="add mod">
          <ac:chgData name="SALMAN NAVEED" userId="d3438ddc3e6e470e" providerId="LiveId" clId="{20F5EF93-5506-46CF-9057-DF8CB483C5F6}" dt="2024-08-11T20:48:47.746" v="1046" actId="113"/>
          <ac:spMkLst>
            <pc:docMk/>
            <pc:sldMk cId="2993353097" sldId="281"/>
            <ac:spMk id="7" creationId="{A88FC787-5BFD-A8C3-1914-5A918DBE2ED6}"/>
          </ac:spMkLst>
        </pc:spChg>
        <pc:spChg chg="add mod">
          <ac:chgData name="SALMAN NAVEED" userId="d3438ddc3e6e470e" providerId="LiveId" clId="{20F5EF93-5506-46CF-9057-DF8CB483C5F6}" dt="2024-08-11T20:34:34.928" v="949" actId="1076"/>
          <ac:spMkLst>
            <pc:docMk/>
            <pc:sldMk cId="2993353097" sldId="281"/>
            <ac:spMk id="9" creationId="{E2C184FC-97F2-4F07-5313-F39475CC45A5}"/>
          </ac:spMkLst>
        </pc:spChg>
        <pc:picChg chg="add mod">
          <ac:chgData name="SALMAN NAVEED" userId="d3438ddc3e6e470e" providerId="LiveId" clId="{20F5EF93-5506-46CF-9057-DF8CB483C5F6}" dt="2024-08-11T20:11:57.613" v="741" actId="14100"/>
          <ac:picMkLst>
            <pc:docMk/>
            <pc:sldMk cId="2993353097" sldId="281"/>
            <ac:picMk id="2" creationId="{721BD0FF-5DB5-C1AB-F293-A4F1D3A8C7D2}"/>
          </ac:picMkLst>
        </pc:picChg>
        <pc:picChg chg="add mod">
          <ac:chgData name="SALMAN NAVEED" userId="d3438ddc3e6e470e" providerId="LiveId" clId="{20F5EF93-5506-46CF-9057-DF8CB483C5F6}" dt="2024-08-11T20:12:08.536" v="744" actId="1076"/>
          <ac:picMkLst>
            <pc:docMk/>
            <pc:sldMk cId="2993353097" sldId="281"/>
            <ac:picMk id="3" creationId="{823F39D1-F436-AEEC-2439-BE877B6AD9D9}"/>
          </ac:picMkLst>
        </pc:picChg>
      </pc:sldChg>
      <pc:sldChg chg="addSp modSp new mod">
        <pc:chgData name="SALMAN NAVEED" userId="d3438ddc3e6e470e" providerId="LiveId" clId="{20F5EF93-5506-46CF-9057-DF8CB483C5F6}" dt="2024-08-11T20:43:22.668" v="1008" actId="1076"/>
        <pc:sldMkLst>
          <pc:docMk/>
          <pc:sldMk cId="2333947906" sldId="282"/>
        </pc:sldMkLst>
        <pc:spChg chg="add mod">
          <ac:chgData name="SALMAN NAVEED" userId="d3438ddc3e6e470e" providerId="LiveId" clId="{20F5EF93-5506-46CF-9057-DF8CB483C5F6}" dt="2024-08-11T20:42:38.062" v="1003" actId="255"/>
          <ac:spMkLst>
            <pc:docMk/>
            <pc:sldMk cId="2333947906" sldId="282"/>
            <ac:spMk id="5" creationId="{8D0C9AE4-5595-A3FF-C2F0-F33EC523F719}"/>
          </ac:spMkLst>
        </pc:spChg>
        <pc:spChg chg="add mod">
          <ac:chgData name="SALMAN NAVEED" userId="d3438ddc3e6e470e" providerId="LiveId" clId="{20F5EF93-5506-46CF-9057-DF8CB483C5F6}" dt="2024-08-11T20:43:22.668" v="1008" actId="1076"/>
          <ac:spMkLst>
            <pc:docMk/>
            <pc:sldMk cId="2333947906" sldId="282"/>
            <ac:spMk id="7" creationId="{E783A9E8-034A-073A-7CBF-766397005BE2}"/>
          </ac:spMkLst>
        </pc:spChg>
        <pc:spChg chg="add mod">
          <ac:chgData name="SALMAN NAVEED" userId="d3438ddc3e6e470e" providerId="LiveId" clId="{20F5EF93-5506-46CF-9057-DF8CB483C5F6}" dt="2024-08-11T20:35:41.175" v="959" actId="1076"/>
          <ac:spMkLst>
            <pc:docMk/>
            <pc:sldMk cId="2333947906" sldId="282"/>
            <ac:spMk id="9" creationId="{D5548758-BB23-424C-B8E2-30A56DFD758D}"/>
          </ac:spMkLst>
        </pc:spChg>
        <pc:picChg chg="add mod">
          <ac:chgData name="SALMAN NAVEED" userId="d3438ddc3e6e470e" providerId="LiveId" clId="{20F5EF93-5506-46CF-9057-DF8CB483C5F6}" dt="2024-08-11T20:42:50.425" v="1005" actId="14100"/>
          <ac:picMkLst>
            <pc:docMk/>
            <pc:sldMk cId="2333947906" sldId="282"/>
            <ac:picMk id="2" creationId="{B254D60B-382F-181C-061D-959A3C8C91F7}"/>
          </ac:picMkLst>
        </pc:picChg>
        <pc:picChg chg="add mod">
          <ac:chgData name="SALMAN NAVEED" userId="d3438ddc3e6e470e" providerId="LiveId" clId="{20F5EF93-5506-46CF-9057-DF8CB483C5F6}" dt="2024-08-11T20:15:33.773" v="782" actId="1076"/>
          <ac:picMkLst>
            <pc:docMk/>
            <pc:sldMk cId="2333947906" sldId="282"/>
            <ac:picMk id="3" creationId="{994D89F7-7D86-A531-4969-CDAA0A840236}"/>
          </ac:picMkLst>
        </pc:picChg>
      </pc:sldChg>
      <pc:sldChg chg="addSp modSp new mod ord">
        <pc:chgData name="SALMAN NAVEED" userId="d3438ddc3e6e470e" providerId="LiveId" clId="{20F5EF93-5506-46CF-9057-DF8CB483C5F6}" dt="2024-08-11T20:50:47.981" v="1056" actId="1076"/>
        <pc:sldMkLst>
          <pc:docMk/>
          <pc:sldMk cId="2610600960" sldId="283"/>
        </pc:sldMkLst>
        <pc:spChg chg="add mod">
          <ac:chgData name="SALMAN NAVEED" userId="d3438ddc3e6e470e" providerId="LiveId" clId="{20F5EF93-5506-46CF-9057-DF8CB483C5F6}" dt="2024-08-11T20:49:05.434" v="1049" actId="113"/>
          <ac:spMkLst>
            <pc:docMk/>
            <pc:sldMk cId="2610600960" sldId="283"/>
            <ac:spMk id="5" creationId="{B7E49C96-1CB9-D60A-4CF3-182A17FD6E39}"/>
          </ac:spMkLst>
        </pc:spChg>
        <pc:spChg chg="add mod">
          <ac:chgData name="SALMAN NAVEED" userId="d3438ddc3e6e470e" providerId="LiveId" clId="{20F5EF93-5506-46CF-9057-DF8CB483C5F6}" dt="2024-08-11T20:50:47.981" v="1056" actId="1076"/>
          <ac:spMkLst>
            <pc:docMk/>
            <pc:sldMk cId="2610600960" sldId="283"/>
            <ac:spMk id="7" creationId="{C683B182-C771-3DB7-1E5B-B7CBC6435CDE}"/>
          </ac:spMkLst>
        </pc:spChg>
        <pc:spChg chg="add mod">
          <ac:chgData name="SALMAN NAVEED" userId="d3438ddc3e6e470e" providerId="LiveId" clId="{20F5EF93-5506-46CF-9057-DF8CB483C5F6}" dt="2024-08-11T20:36:24.918" v="963" actId="1076"/>
          <ac:spMkLst>
            <pc:docMk/>
            <pc:sldMk cId="2610600960" sldId="283"/>
            <ac:spMk id="9" creationId="{FE1194AF-A59E-32CE-63AE-46BEE726729E}"/>
          </ac:spMkLst>
        </pc:spChg>
        <pc:picChg chg="add mod">
          <ac:chgData name="SALMAN NAVEED" userId="d3438ddc3e6e470e" providerId="LiveId" clId="{20F5EF93-5506-46CF-9057-DF8CB483C5F6}" dt="2024-08-11T20:18:08.918" v="806" actId="1076"/>
          <ac:picMkLst>
            <pc:docMk/>
            <pc:sldMk cId="2610600960" sldId="283"/>
            <ac:picMk id="2" creationId="{E582E255-203B-389D-6AFB-225F31023625}"/>
          </ac:picMkLst>
        </pc:picChg>
        <pc:picChg chg="add mod">
          <ac:chgData name="SALMAN NAVEED" userId="d3438ddc3e6e470e" providerId="LiveId" clId="{20F5EF93-5506-46CF-9057-DF8CB483C5F6}" dt="2024-08-11T20:18:11.966" v="807" actId="1076"/>
          <ac:picMkLst>
            <pc:docMk/>
            <pc:sldMk cId="2610600960" sldId="283"/>
            <ac:picMk id="3" creationId="{16B60BFB-29FA-8F2B-9E0E-651A47682B2A}"/>
          </ac:picMkLst>
        </pc:picChg>
      </pc:sldChg>
      <pc:sldChg chg="addSp modSp new mod">
        <pc:chgData name="SALMAN NAVEED" userId="d3438ddc3e6e470e" providerId="LiveId" clId="{20F5EF93-5506-46CF-9057-DF8CB483C5F6}" dt="2024-08-11T20:49:21.558" v="1052" actId="113"/>
        <pc:sldMkLst>
          <pc:docMk/>
          <pc:sldMk cId="3325298108" sldId="284"/>
        </pc:sldMkLst>
        <pc:spChg chg="add mod">
          <ac:chgData name="SALMAN NAVEED" userId="d3438ddc3e6e470e" providerId="LiveId" clId="{20F5EF93-5506-46CF-9057-DF8CB483C5F6}" dt="2024-08-11T20:49:17.075" v="1051" actId="113"/>
          <ac:spMkLst>
            <pc:docMk/>
            <pc:sldMk cId="3325298108" sldId="284"/>
            <ac:spMk id="5" creationId="{94E6D13B-7799-0ED0-E3C8-BF80E8525BAB}"/>
          </ac:spMkLst>
        </pc:spChg>
        <pc:spChg chg="add mod">
          <ac:chgData name="SALMAN NAVEED" userId="d3438ddc3e6e470e" providerId="LiveId" clId="{20F5EF93-5506-46CF-9057-DF8CB483C5F6}" dt="2024-08-11T20:49:21.558" v="1052" actId="113"/>
          <ac:spMkLst>
            <pc:docMk/>
            <pc:sldMk cId="3325298108" sldId="284"/>
            <ac:spMk id="7" creationId="{7E5CED29-BFC7-2E84-51EB-6B176D149ADE}"/>
          </ac:spMkLst>
        </pc:spChg>
        <pc:spChg chg="add mod">
          <ac:chgData name="SALMAN NAVEED" userId="d3438ddc3e6e470e" providerId="LiveId" clId="{20F5EF93-5506-46CF-9057-DF8CB483C5F6}" dt="2024-08-11T20:36:52.294" v="967" actId="1076"/>
          <ac:spMkLst>
            <pc:docMk/>
            <pc:sldMk cId="3325298108" sldId="284"/>
            <ac:spMk id="9" creationId="{D7B7E9F1-D270-5AE6-ADB0-1309959B02D4}"/>
          </ac:spMkLst>
        </pc:spChg>
        <pc:picChg chg="add mod">
          <ac:chgData name="SALMAN NAVEED" userId="d3438ddc3e6e470e" providerId="LiveId" clId="{20F5EF93-5506-46CF-9057-DF8CB483C5F6}" dt="2024-08-11T20:18:03.680" v="805" actId="1076"/>
          <ac:picMkLst>
            <pc:docMk/>
            <pc:sldMk cId="3325298108" sldId="284"/>
            <ac:picMk id="2" creationId="{5137B31F-E038-C1C4-10FA-06CE5EF21476}"/>
          </ac:picMkLst>
        </pc:picChg>
        <pc:picChg chg="add mod">
          <ac:chgData name="SALMAN NAVEED" userId="d3438ddc3e6e470e" providerId="LiveId" clId="{20F5EF93-5506-46CF-9057-DF8CB483C5F6}" dt="2024-08-11T20:44:58.319" v="1021" actId="1076"/>
          <ac:picMkLst>
            <pc:docMk/>
            <pc:sldMk cId="3325298108" sldId="284"/>
            <ac:picMk id="3" creationId="{D3CB636E-55CB-E629-9A00-60A4C250F248}"/>
          </ac:picMkLst>
        </pc:picChg>
      </pc:sldChg>
      <pc:sldChg chg="addSp modSp new mod">
        <pc:chgData name="SALMAN NAVEED" userId="d3438ddc3e6e470e" providerId="LiveId" clId="{20F5EF93-5506-46CF-9057-DF8CB483C5F6}" dt="2024-08-11T20:49:32.784" v="1054" actId="113"/>
        <pc:sldMkLst>
          <pc:docMk/>
          <pc:sldMk cId="3288493815" sldId="285"/>
        </pc:sldMkLst>
        <pc:spChg chg="add mod">
          <ac:chgData name="SALMAN NAVEED" userId="d3438ddc3e6e470e" providerId="LiveId" clId="{20F5EF93-5506-46CF-9057-DF8CB483C5F6}" dt="2024-08-11T20:49:29.050" v="1053" actId="113"/>
          <ac:spMkLst>
            <pc:docMk/>
            <pc:sldMk cId="3288493815" sldId="285"/>
            <ac:spMk id="5" creationId="{A124EDEC-C370-305E-7C9A-163DED0107EF}"/>
          </ac:spMkLst>
        </pc:spChg>
        <pc:spChg chg="add mod">
          <ac:chgData name="SALMAN NAVEED" userId="d3438ddc3e6e470e" providerId="LiveId" clId="{20F5EF93-5506-46CF-9057-DF8CB483C5F6}" dt="2024-08-11T20:49:32.784" v="1054" actId="113"/>
          <ac:spMkLst>
            <pc:docMk/>
            <pc:sldMk cId="3288493815" sldId="285"/>
            <ac:spMk id="7" creationId="{3AE065EF-601F-7E0B-60F1-4EA1D542B8F3}"/>
          </ac:spMkLst>
        </pc:spChg>
        <pc:spChg chg="add mod">
          <ac:chgData name="SALMAN NAVEED" userId="d3438ddc3e6e470e" providerId="LiveId" clId="{20F5EF93-5506-46CF-9057-DF8CB483C5F6}" dt="2024-08-11T20:37:19.731" v="971" actId="1076"/>
          <ac:spMkLst>
            <pc:docMk/>
            <pc:sldMk cId="3288493815" sldId="285"/>
            <ac:spMk id="9" creationId="{E4CF6242-430B-1060-9152-D239FAC769E1}"/>
          </ac:spMkLst>
        </pc:spChg>
        <pc:picChg chg="add mod">
          <ac:chgData name="SALMAN NAVEED" userId="d3438ddc3e6e470e" providerId="LiveId" clId="{20F5EF93-5506-46CF-9057-DF8CB483C5F6}" dt="2024-08-11T20:37:35.129" v="972" actId="1076"/>
          <ac:picMkLst>
            <pc:docMk/>
            <pc:sldMk cId="3288493815" sldId="285"/>
            <ac:picMk id="2" creationId="{3A38B296-2C8A-9C2A-84CD-0C39F37A738A}"/>
          </ac:picMkLst>
        </pc:picChg>
        <pc:picChg chg="add mod">
          <ac:chgData name="SALMAN NAVEED" userId="d3438ddc3e6e470e" providerId="LiveId" clId="{20F5EF93-5506-46CF-9057-DF8CB483C5F6}" dt="2024-08-11T20:17:25.386" v="800" actId="1076"/>
          <ac:picMkLst>
            <pc:docMk/>
            <pc:sldMk cId="3288493815" sldId="285"/>
            <ac:picMk id="3" creationId="{FDE49F70-830F-EA07-2AE0-75251770DB0A}"/>
          </ac:picMkLst>
        </pc:picChg>
      </pc:sldChg>
      <pc:sldChg chg="addSp modSp new mod">
        <pc:chgData name="SALMAN NAVEED" userId="d3438ddc3e6e470e" providerId="LiveId" clId="{20F5EF93-5506-46CF-9057-DF8CB483C5F6}" dt="2024-08-11T20:51:27.713" v="1057" actId="1076"/>
        <pc:sldMkLst>
          <pc:docMk/>
          <pc:sldMk cId="4057832653" sldId="286"/>
        </pc:sldMkLst>
        <pc:spChg chg="add mod">
          <ac:chgData name="SALMAN NAVEED" userId="d3438ddc3e6e470e" providerId="LiveId" clId="{20F5EF93-5506-46CF-9057-DF8CB483C5F6}" dt="2024-08-11T20:38:05.236" v="976" actId="1076"/>
          <ac:spMkLst>
            <pc:docMk/>
            <pc:sldMk cId="4057832653" sldId="286"/>
            <ac:spMk id="4" creationId="{8E0BAB93-3850-D4B0-4303-2E2CFD76B515}"/>
          </ac:spMkLst>
        </pc:spChg>
        <pc:spChg chg="add mod">
          <ac:chgData name="SALMAN NAVEED" userId="d3438ddc3e6e470e" providerId="LiveId" clId="{20F5EF93-5506-46CF-9057-DF8CB483C5F6}" dt="2024-08-11T20:51:27.713" v="1057" actId="1076"/>
          <ac:spMkLst>
            <pc:docMk/>
            <pc:sldMk cId="4057832653" sldId="286"/>
            <ac:spMk id="6" creationId="{A5201F0C-D124-309C-3D84-668C8CD07149}"/>
          </ac:spMkLst>
        </pc:spChg>
        <pc:picChg chg="add mod">
          <ac:chgData name="SALMAN NAVEED" userId="d3438ddc3e6e470e" providerId="LiveId" clId="{20F5EF93-5506-46CF-9057-DF8CB483C5F6}" dt="2024-08-11T20:38:36.145" v="984" actId="1076"/>
          <ac:picMkLst>
            <pc:docMk/>
            <pc:sldMk cId="4057832653" sldId="286"/>
            <ac:picMk id="2" creationId="{587E0C17-8BE5-00E3-BF0A-7A4E868F3504}"/>
          </ac:picMkLst>
        </pc:picChg>
      </pc:sldChg>
      <pc:sldMasterChg chg="setBg modSldLayout">
        <pc:chgData name="SALMAN NAVEED" userId="d3438ddc3e6e470e" providerId="LiveId" clId="{20F5EF93-5506-46CF-9057-DF8CB483C5F6}" dt="2024-07-24T06:39:06.592" v="300"/>
        <pc:sldMasterMkLst>
          <pc:docMk/>
          <pc:sldMasterMk cId="3511147493" sldId="2147483718"/>
        </pc:sldMasterMkLst>
        <pc:sldLayoutChg chg="setBg">
          <pc:chgData name="SALMAN NAVEED" userId="d3438ddc3e6e470e" providerId="LiveId" clId="{20F5EF93-5506-46CF-9057-DF8CB483C5F6}" dt="2024-07-24T06:39:06.592" v="300"/>
          <pc:sldLayoutMkLst>
            <pc:docMk/>
            <pc:sldMasterMk cId="3511147493" sldId="2147483718"/>
            <pc:sldLayoutMk cId="3099758788" sldId="2147483719"/>
          </pc:sldLayoutMkLst>
        </pc:sldLayoutChg>
        <pc:sldLayoutChg chg="setBg">
          <pc:chgData name="SALMAN NAVEED" userId="d3438ddc3e6e470e" providerId="LiveId" clId="{20F5EF93-5506-46CF-9057-DF8CB483C5F6}" dt="2024-07-24T06:39:06.592" v="300"/>
          <pc:sldLayoutMkLst>
            <pc:docMk/>
            <pc:sldMasterMk cId="3511147493" sldId="2147483718"/>
            <pc:sldLayoutMk cId="48506801" sldId="2147483720"/>
          </pc:sldLayoutMkLst>
        </pc:sldLayoutChg>
        <pc:sldLayoutChg chg="setBg">
          <pc:chgData name="SALMAN NAVEED" userId="d3438ddc3e6e470e" providerId="LiveId" clId="{20F5EF93-5506-46CF-9057-DF8CB483C5F6}" dt="2024-07-24T06:39:06.592" v="300"/>
          <pc:sldLayoutMkLst>
            <pc:docMk/>
            <pc:sldMasterMk cId="3511147493" sldId="2147483718"/>
            <pc:sldLayoutMk cId="2685711598" sldId="2147483721"/>
          </pc:sldLayoutMkLst>
        </pc:sldLayoutChg>
        <pc:sldLayoutChg chg="setBg">
          <pc:chgData name="SALMAN NAVEED" userId="d3438ddc3e6e470e" providerId="LiveId" clId="{20F5EF93-5506-46CF-9057-DF8CB483C5F6}" dt="2024-07-24T06:39:06.592" v="300"/>
          <pc:sldLayoutMkLst>
            <pc:docMk/>
            <pc:sldMasterMk cId="3511147493" sldId="2147483718"/>
            <pc:sldLayoutMk cId="151066426" sldId="2147483722"/>
          </pc:sldLayoutMkLst>
        </pc:sldLayoutChg>
        <pc:sldLayoutChg chg="setBg">
          <pc:chgData name="SALMAN NAVEED" userId="d3438ddc3e6e470e" providerId="LiveId" clId="{20F5EF93-5506-46CF-9057-DF8CB483C5F6}" dt="2024-07-24T06:39:06.592" v="300"/>
          <pc:sldLayoutMkLst>
            <pc:docMk/>
            <pc:sldMasterMk cId="3511147493" sldId="2147483718"/>
            <pc:sldLayoutMk cId="1733520776" sldId="2147483723"/>
          </pc:sldLayoutMkLst>
        </pc:sldLayoutChg>
        <pc:sldLayoutChg chg="setBg">
          <pc:chgData name="SALMAN NAVEED" userId="d3438ddc3e6e470e" providerId="LiveId" clId="{20F5EF93-5506-46CF-9057-DF8CB483C5F6}" dt="2024-07-24T06:39:06.592" v="300"/>
          <pc:sldLayoutMkLst>
            <pc:docMk/>
            <pc:sldMasterMk cId="3511147493" sldId="2147483718"/>
            <pc:sldLayoutMk cId="855342949" sldId="2147483724"/>
          </pc:sldLayoutMkLst>
        </pc:sldLayoutChg>
        <pc:sldLayoutChg chg="setBg">
          <pc:chgData name="SALMAN NAVEED" userId="d3438ddc3e6e470e" providerId="LiveId" clId="{20F5EF93-5506-46CF-9057-DF8CB483C5F6}" dt="2024-07-24T06:39:06.592" v="300"/>
          <pc:sldLayoutMkLst>
            <pc:docMk/>
            <pc:sldMasterMk cId="3511147493" sldId="2147483718"/>
            <pc:sldLayoutMk cId="2926886893" sldId="2147483725"/>
          </pc:sldLayoutMkLst>
        </pc:sldLayoutChg>
        <pc:sldLayoutChg chg="setBg">
          <pc:chgData name="SALMAN NAVEED" userId="d3438ddc3e6e470e" providerId="LiveId" clId="{20F5EF93-5506-46CF-9057-DF8CB483C5F6}" dt="2024-07-24T06:39:06.592" v="300"/>
          <pc:sldLayoutMkLst>
            <pc:docMk/>
            <pc:sldMasterMk cId="3511147493" sldId="2147483718"/>
            <pc:sldLayoutMk cId="1886256840" sldId="2147483726"/>
          </pc:sldLayoutMkLst>
        </pc:sldLayoutChg>
        <pc:sldLayoutChg chg="setBg">
          <pc:chgData name="SALMAN NAVEED" userId="d3438ddc3e6e470e" providerId="LiveId" clId="{20F5EF93-5506-46CF-9057-DF8CB483C5F6}" dt="2024-07-24T06:39:06.592" v="300"/>
          <pc:sldLayoutMkLst>
            <pc:docMk/>
            <pc:sldMasterMk cId="3511147493" sldId="2147483718"/>
            <pc:sldLayoutMk cId="652111568" sldId="2147483727"/>
          </pc:sldLayoutMkLst>
        </pc:sldLayoutChg>
        <pc:sldLayoutChg chg="setBg">
          <pc:chgData name="SALMAN NAVEED" userId="d3438ddc3e6e470e" providerId="LiveId" clId="{20F5EF93-5506-46CF-9057-DF8CB483C5F6}" dt="2024-07-24T06:39:06.592" v="300"/>
          <pc:sldLayoutMkLst>
            <pc:docMk/>
            <pc:sldMasterMk cId="3511147493" sldId="2147483718"/>
            <pc:sldLayoutMk cId="2229513899" sldId="2147483728"/>
          </pc:sldLayoutMkLst>
        </pc:sldLayoutChg>
        <pc:sldLayoutChg chg="setBg">
          <pc:chgData name="SALMAN NAVEED" userId="d3438ddc3e6e470e" providerId="LiveId" clId="{20F5EF93-5506-46CF-9057-DF8CB483C5F6}" dt="2024-07-24T06:39:06.592" v="300"/>
          <pc:sldLayoutMkLst>
            <pc:docMk/>
            <pc:sldMasterMk cId="3511147493" sldId="2147483718"/>
            <pc:sldLayoutMk cId="3441302274" sldId="2147483729"/>
          </pc:sldLayoutMkLst>
        </pc:sldLayoutChg>
        <pc:sldLayoutChg chg="setBg">
          <pc:chgData name="SALMAN NAVEED" userId="d3438ddc3e6e470e" providerId="LiveId" clId="{20F5EF93-5506-46CF-9057-DF8CB483C5F6}" dt="2024-07-24T06:39:06.592" v="300"/>
          <pc:sldLayoutMkLst>
            <pc:docMk/>
            <pc:sldMasterMk cId="3511147493" sldId="2147483718"/>
            <pc:sldLayoutMk cId="3780365106" sldId="2147483730"/>
          </pc:sldLayoutMkLst>
        </pc:sldLayoutChg>
        <pc:sldLayoutChg chg="setBg">
          <pc:chgData name="SALMAN NAVEED" userId="d3438ddc3e6e470e" providerId="LiveId" clId="{20F5EF93-5506-46CF-9057-DF8CB483C5F6}" dt="2024-07-24T06:39:06.592" v="300"/>
          <pc:sldLayoutMkLst>
            <pc:docMk/>
            <pc:sldMasterMk cId="3511147493" sldId="2147483718"/>
            <pc:sldLayoutMk cId="2757704560" sldId="2147483731"/>
          </pc:sldLayoutMkLst>
        </pc:sldLayoutChg>
        <pc:sldLayoutChg chg="setBg">
          <pc:chgData name="SALMAN NAVEED" userId="d3438ddc3e6e470e" providerId="LiveId" clId="{20F5EF93-5506-46CF-9057-DF8CB483C5F6}" dt="2024-07-24T06:39:06.592" v="300"/>
          <pc:sldLayoutMkLst>
            <pc:docMk/>
            <pc:sldMasterMk cId="3511147493" sldId="2147483718"/>
            <pc:sldLayoutMk cId="4018699408" sldId="2147483732"/>
          </pc:sldLayoutMkLst>
        </pc:sldLayoutChg>
        <pc:sldLayoutChg chg="setBg">
          <pc:chgData name="SALMAN NAVEED" userId="d3438ddc3e6e470e" providerId="LiveId" clId="{20F5EF93-5506-46CF-9057-DF8CB483C5F6}" dt="2024-07-24T06:39:06.592" v="300"/>
          <pc:sldLayoutMkLst>
            <pc:docMk/>
            <pc:sldMasterMk cId="3511147493" sldId="2147483718"/>
            <pc:sldLayoutMk cId="2593688242" sldId="2147483733"/>
          </pc:sldLayoutMkLst>
        </pc:sldLayoutChg>
        <pc:sldLayoutChg chg="setBg">
          <pc:chgData name="SALMAN NAVEED" userId="d3438ddc3e6e470e" providerId="LiveId" clId="{20F5EF93-5506-46CF-9057-DF8CB483C5F6}" dt="2024-07-24T06:39:06.592" v="300"/>
          <pc:sldLayoutMkLst>
            <pc:docMk/>
            <pc:sldMasterMk cId="3511147493" sldId="2147483718"/>
            <pc:sldLayoutMk cId="462287007" sldId="2147483734"/>
          </pc:sldLayoutMkLst>
        </pc:sldLayoutChg>
        <pc:sldLayoutChg chg="setBg">
          <pc:chgData name="SALMAN NAVEED" userId="d3438ddc3e6e470e" providerId="LiveId" clId="{20F5EF93-5506-46CF-9057-DF8CB483C5F6}" dt="2024-07-24T06:39:06.592" v="300"/>
          <pc:sldLayoutMkLst>
            <pc:docMk/>
            <pc:sldMasterMk cId="3511147493" sldId="2147483718"/>
            <pc:sldLayoutMk cId="1299634243" sldId="2147483735"/>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86A851-CF5C-4D24-910C-65D7CFA85291}" type="doc">
      <dgm:prSet loTypeId="urn:microsoft.com/office/officeart/2005/8/layout/orgChart1" loCatId="hierarchy" qsTypeId="urn:microsoft.com/office/officeart/2005/8/quickstyle/simple1" qsCatId="simple" csTypeId="urn:microsoft.com/office/officeart/2005/8/colors/accent1_2" csCatId="accent1"/>
      <dgm:spPr/>
      <dgm:t>
        <a:bodyPr/>
        <a:lstStyle/>
        <a:p>
          <a:endParaRPr lang="en-IN"/>
        </a:p>
      </dgm:t>
    </dgm:pt>
    <dgm:pt modelId="{863DE919-DD5B-41EA-8B36-F6780302D4CD}">
      <dgm:prSet/>
      <dgm:spPr/>
      <dgm:t>
        <a:bodyPr/>
        <a:lstStyle/>
        <a:p>
          <a:r>
            <a:rPr lang="en-IN" b="1" dirty="0"/>
            <a:t>Operating Systems supported</a:t>
          </a:r>
          <a:endParaRPr lang="en-IN" dirty="0"/>
        </a:p>
      </dgm:t>
    </dgm:pt>
    <dgm:pt modelId="{2BD3F72A-4020-4E3D-AE5A-FF3ABFD55599}" type="parTrans" cxnId="{D9EF0A83-0F82-457D-A328-FF05148402EC}">
      <dgm:prSet/>
      <dgm:spPr/>
      <dgm:t>
        <a:bodyPr/>
        <a:lstStyle/>
        <a:p>
          <a:endParaRPr lang="en-IN"/>
        </a:p>
      </dgm:t>
    </dgm:pt>
    <dgm:pt modelId="{11EC6E08-133A-4BDD-8995-F0803D7DCB61}" type="sibTrans" cxnId="{D9EF0A83-0F82-457D-A328-FF05148402EC}">
      <dgm:prSet/>
      <dgm:spPr/>
      <dgm:t>
        <a:bodyPr/>
        <a:lstStyle/>
        <a:p>
          <a:endParaRPr lang="en-IN"/>
        </a:p>
      </dgm:t>
    </dgm:pt>
    <dgm:pt modelId="{3980B465-4F66-40BA-AEB7-385C238331F3}">
      <dgm:prSet/>
      <dgm:spPr/>
      <dgm:t>
        <a:bodyPr/>
        <a:lstStyle/>
        <a:p>
          <a:r>
            <a:rPr lang="en-IN" dirty="0"/>
            <a:t>Windows </a:t>
          </a:r>
        </a:p>
      </dgm:t>
    </dgm:pt>
    <dgm:pt modelId="{561D65D8-5760-400B-86A7-257F07744FFD}" type="parTrans" cxnId="{9752A884-B3AC-433B-A3E3-BB2272CE6067}">
      <dgm:prSet/>
      <dgm:spPr/>
      <dgm:t>
        <a:bodyPr/>
        <a:lstStyle/>
        <a:p>
          <a:endParaRPr lang="en-IN"/>
        </a:p>
      </dgm:t>
    </dgm:pt>
    <dgm:pt modelId="{A7E73B72-E52B-4476-AB35-A931883C152B}" type="sibTrans" cxnId="{9752A884-B3AC-433B-A3E3-BB2272CE6067}">
      <dgm:prSet/>
      <dgm:spPr/>
      <dgm:t>
        <a:bodyPr/>
        <a:lstStyle/>
        <a:p>
          <a:endParaRPr lang="en-IN"/>
        </a:p>
      </dgm:t>
    </dgm:pt>
    <dgm:pt modelId="{7FB65323-135A-408D-84F5-256DF2185CF8}">
      <dgm:prSet/>
      <dgm:spPr/>
      <dgm:t>
        <a:bodyPr/>
        <a:lstStyle/>
        <a:p>
          <a:r>
            <a:rPr lang="en-IN" b="1" dirty="0"/>
            <a:t>Technologies and Languages used to Develop</a:t>
          </a:r>
          <a:endParaRPr lang="en-IN" dirty="0"/>
        </a:p>
      </dgm:t>
    </dgm:pt>
    <dgm:pt modelId="{E9ADD246-0F33-460F-97E1-098F7200175B}" type="parTrans" cxnId="{D14C9228-A656-47AC-B78D-D4092807E6B6}">
      <dgm:prSet/>
      <dgm:spPr/>
      <dgm:t>
        <a:bodyPr/>
        <a:lstStyle/>
        <a:p>
          <a:endParaRPr lang="en-IN"/>
        </a:p>
      </dgm:t>
    </dgm:pt>
    <dgm:pt modelId="{A0916F6D-E8B2-4F74-ABD3-AF3EBBEDD8DA}" type="sibTrans" cxnId="{D14C9228-A656-47AC-B78D-D4092807E6B6}">
      <dgm:prSet/>
      <dgm:spPr/>
      <dgm:t>
        <a:bodyPr/>
        <a:lstStyle/>
        <a:p>
          <a:endParaRPr lang="en-IN"/>
        </a:p>
      </dgm:t>
    </dgm:pt>
    <dgm:pt modelId="{557F02DE-6689-4D96-BE84-B514D965935F}">
      <dgm:prSet/>
      <dgm:spPr/>
      <dgm:t>
        <a:bodyPr/>
        <a:lstStyle/>
        <a:p>
          <a:r>
            <a:rPr lang="en-IN" dirty="0"/>
            <a:t>Python</a:t>
          </a:r>
        </a:p>
      </dgm:t>
    </dgm:pt>
    <dgm:pt modelId="{C0C01401-4D51-4363-B605-47E2E7A6A027}" type="parTrans" cxnId="{D337F0ED-2CA3-4C24-BBAD-D1956354C14A}">
      <dgm:prSet/>
      <dgm:spPr/>
      <dgm:t>
        <a:bodyPr/>
        <a:lstStyle/>
        <a:p>
          <a:endParaRPr lang="en-IN"/>
        </a:p>
      </dgm:t>
    </dgm:pt>
    <dgm:pt modelId="{248AEED8-9800-446C-B427-93351EBC1C6D}" type="sibTrans" cxnId="{D337F0ED-2CA3-4C24-BBAD-D1956354C14A}">
      <dgm:prSet/>
      <dgm:spPr/>
      <dgm:t>
        <a:bodyPr/>
        <a:lstStyle/>
        <a:p>
          <a:endParaRPr lang="en-IN"/>
        </a:p>
      </dgm:t>
    </dgm:pt>
    <dgm:pt modelId="{A3AB454C-4715-4AF0-AE35-7D6A9684BEAF}">
      <dgm:prSet/>
      <dgm:spPr/>
      <dgm:t>
        <a:bodyPr/>
        <a:lstStyle/>
        <a:p>
          <a:r>
            <a:rPr lang="en-IN" dirty="0"/>
            <a:t>Django</a:t>
          </a:r>
        </a:p>
      </dgm:t>
    </dgm:pt>
    <dgm:pt modelId="{D74E16C0-396C-41AD-B21A-8A9B4F1E58E2}" type="parTrans" cxnId="{F95C541C-81BE-41BB-B3EE-330FD8586F9A}">
      <dgm:prSet/>
      <dgm:spPr/>
      <dgm:t>
        <a:bodyPr/>
        <a:lstStyle/>
        <a:p>
          <a:endParaRPr lang="en-IN"/>
        </a:p>
      </dgm:t>
    </dgm:pt>
    <dgm:pt modelId="{6C1AF986-B186-4F48-9F90-6DDB78020ACA}" type="sibTrans" cxnId="{F95C541C-81BE-41BB-B3EE-330FD8586F9A}">
      <dgm:prSet/>
      <dgm:spPr/>
      <dgm:t>
        <a:bodyPr/>
        <a:lstStyle/>
        <a:p>
          <a:endParaRPr lang="en-IN"/>
        </a:p>
      </dgm:t>
    </dgm:pt>
    <dgm:pt modelId="{1CD5041E-DC04-440C-AB10-A2BA05F9EF2A}" type="pres">
      <dgm:prSet presAssocID="{DF86A851-CF5C-4D24-910C-65D7CFA85291}" presName="hierChild1" presStyleCnt="0">
        <dgm:presLayoutVars>
          <dgm:orgChart val="1"/>
          <dgm:chPref val="1"/>
          <dgm:dir/>
          <dgm:animOne val="branch"/>
          <dgm:animLvl val="lvl"/>
          <dgm:resizeHandles/>
        </dgm:presLayoutVars>
      </dgm:prSet>
      <dgm:spPr/>
    </dgm:pt>
    <dgm:pt modelId="{A8445A77-D08A-4B5F-B0D4-57017B15297F}" type="pres">
      <dgm:prSet presAssocID="{863DE919-DD5B-41EA-8B36-F6780302D4CD}" presName="hierRoot1" presStyleCnt="0">
        <dgm:presLayoutVars>
          <dgm:hierBranch val="init"/>
        </dgm:presLayoutVars>
      </dgm:prSet>
      <dgm:spPr/>
    </dgm:pt>
    <dgm:pt modelId="{88A8A1EF-E41E-400D-85C6-9CDB4EF377BE}" type="pres">
      <dgm:prSet presAssocID="{863DE919-DD5B-41EA-8B36-F6780302D4CD}" presName="rootComposite1" presStyleCnt="0"/>
      <dgm:spPr/>
    </dgm:pt>
    <dgm:pt modelId="{39E8C8EC-4724-4EF7-BD4B-02877E9376B9}" type="pres">
      <dgm:prSet presAssocID="{863DE919-DD5B-41EA-8B36-F6780302D4CD}" presName="rootText1" presStyleLbl="node0" presStyleIdx="0" presStyleCnt="2">
        <dgm:presLayoutVars>
          <dgm:chPref val="3"/>
        </dgm:presLayoutVars>
      </dgm:prSet>
      <dgm:spPr/>
    </dgm:pt>
    <dgm:pt modelId="{90344CDD-889D-4D2C-A60A-68B0BE45E975}" type="pres">
      <dgm:prSet presAssocID="{863DE919-DD5B-41EA-8B36-F6780302D4CD}" presName="rootConnector1" presStyleLbl="node1" presStyleIdx="0" presStyleCnt="0"/>
      <dgm:spPr/>
    </dgm:pt>
    <dgm:pt modelId="{76BB32D3-5B75-4EBC-8D80-1E9150A2E1C6}" type="pres">
      <dgm:prSet presAssocID="{863DE919-DD5B-41EA-8B36-F6780302D4CD}" presName="hierChild2" presStyleCnt="0"/>
      <dgm:spPr/>
    </dgm:pt>
    <dgm:pt modelId="{8578BB71-0ABB-4416-ADB5-473B42D771AA}" type="pres">
      <dgm:prSet presAssocID="{561D65D8-5760-400B-86A7-257F07744FFD}" presName="Name37" presStyleLbl="parChTrans1D2" presStyleIdx="0" presStyleCnt="3"/>
      <dgm:spPr/>
    </dgm:pt>
    <dgm:pt modelId="{36275DDC-76F5-4A5A-9F5F-2004D75BC199}" type="pres">
      <dgm:prSet presAssocID="{3980B465-4F66-40BA-AEB7-385C238331F3}" presName="hierRoot2" presStyleCnt="0">
        <dgm:presLayoutVars>
          <dgm:hierBranch val="init"/>
        </dgm:presLayoutVars>
      </dgm:prSet>
      <dgm:spPr/>
    </dgm:pt>
    <dgm:pt modelId="{DF0937CB-9169-4275-8E9E-D501FC0F661A}" type="pres">
      <dgm:prSet presAssocID="{3980B465-4F66-40BA-AEB7-385C238331F3}" presName="rootComposite" presStyleCnt="0"/>
      <dgm:spPr/>
    </dgm:pt>
    <dgm:pt modelId="{90B0F1C8-B5BF-4BD6-BA3F-E9EF67FF9C74}" type="pres">
      <dgm:prSet presAssocID="{3980B465-4F66-40BA-AEB7-385C238331F3}" presName="rootText" presStyleLbl="node2" presStyleIdx="0" presStyleCnt="3">
        <dgm:presLayoutVars>
          <dgm:chPref val="3"/>
        </dgm:presLayoutVars>
      </dgm:prSet>
      <dgm:spPr/>
    </dgm:pt>
    <dgm:pt modelId="{2EB7A492-D910-4E8C-B654-94CB2A3C17E0}" type="pres">
      <dgm:prSet presAssocID="{3980B465-4F66-40BA-AEB7-385C238331F3}" presName="rootConnector" presStyleLbl="node2" presStyleIdx="0" presStyleCnt="3"/>
      <dgm:spPr/>
    </dgm:pt>
    <dgm:pt modelId="{B01B8EDB-6846-4EAD-979A-C094EA833C14}" type="pres">
      <dgm:prSet presAssocID="{3980B465-4F66-40BA-AEB7-385C238331F3}" presName="hierChild4" presStyleCnt="0"/>
      <dgm:spPr/>
    </dgm:pt>
    <dgm:pt modelId="{FAC0280E-DB83-4EED-B5B5-B6EEC5062B81}" type="pres">
      <dgm:prSet presAssocID="{3980B465-4F66-40BA-AEB7-385C238331F3}" presName="hierChild5" presStyleCnt="0"/>
      <dgm:spPr/>
    </dgm:pt>
    <dgm:pt modelId="{3B2CADC5-9C22-4019-BF66-6F7E4BC31EB2}" type="pres">
      <dgm:prSet presAssocID="{863DE919-DD5B-41EA-8B36-F6780302D4CD}" presName="hierChild3" presStyleCnt="0"/>
      <dgm:spPr/>
    </dgm:pt>
    <dgm:pt modelId="{370FC2B8-A8D8-4994-A304-7496229EF48F}" type="pres">
      <dgm:prSet presAssocID="{7FB65323-135A-408D-84F5-256DF2185CF8}" presName="hierRoot1" presStyleCnt="0">
        <dgm:presLayoutVars>
          <dgm:hierBranch val="init"/>
        </dgm:presLayoutVars>
      </dgm:prSet>
      <dgm:spPr/>
    </dgm:pt>
    <dgm:pt modelId="{AA9BC5FD-11C4-4858-9879-C3C21F9C6351}" type="pres">
      <dgm:prSet presAssocID="{7FB65323-135A-408D-84F5-256DF2185CF8}" presName="rootComposite1" presStyleCnt="0"/>
      <dgm:spPr/>
    </dgm:pt>
    <dgm:pt modelId="{CB7ABB89-D004-4C76-97D6-A346FEB8838A}" type="pres">
      <dgm:prSet presAssocID="{7FB65323-135A-408D-84F5-256DF2185CF8}" presName="rootText1" presStyleLbl="node0" presStyleIdx="1" presStyleCnt="2">
        <dgm:presLayoutVars>
          <dgm:chPref val="3"/>
        </dgm:presLayoutVars>
      </dgm:prSet>
      <dgm:spPr/>
    </dgm:pt>
    <dgm:pt modelId="{8A4FAC14-31E8-4C03-88FE-261910299241}" type="pres">
      <dgm:prSet presAssocID="{7FB65323-135A-408D-84F5-256DF2185CF8}" presName="rootConnector1" presStyleLbl="node1" presStyleIdx="0" presStyleCnt="0"/>
      <dgm:spPr/>
    </dgm:pt>
    <dgm:pt modelId="{4464E279-CAC0-473C-BE2B-D8EF0220EAA1}" type="pres">
      <dgm:prSet presAssocID="{7FB65323-135A-408D-84F5-256DF2185CF8}" presName="hierChild2" presStyleCnt="0"/>
      <dgm:spPr/>
    </dgm:pt>
    <dgm:pt modelId="{2D5D60CB-2A39-4224-9CD7-83213C7B1ECB}" type="pres">
      <dgm:prSet presAssocID="{C0C01401-4D51-4363-B605-47E2E7A6A027}" presName="Name37" presStyleLbl="parChTrans1D2" presStyleIdx="1" presStyleCnt="3"/>
      <dgm:spPr/>
    </dgm:pt>
    <dgm:pt modelId="{B58D7AFA-FAE4-4338-A3B8-242B82973BD9}" type="pres">
      <dgm:prSet presAssocID="{557F02DE-6689-4D96-BE84-B514D965935F}" presName="hierRoot2" presStyleCnt="0">
        <dgm:presLayoutVars>
          <dgm:hierBranch val="init"/>
        </dgm:presLayoutVars>
      </dgm:prSet>
      <dgm:spPr/>
    </dgm:pt>
    <dgm:pt modelId="{4266B3BC-A802-49AF-BD0A-BDCAB8F3C42C}" type="pres">
      <dgm:prSet presAssocID="{557F02DE-6689-4D96-BE84-B514D965935F}" presName="rootComposite" presStyleCnt="0"/>
      <dgm:spPr/>
    </dgm:pt>
    <dgm:pt modelId="{8E3028F2-037C-468D-9671-A9C2BCE442D3}" type="pres">
      <dgm:prSet presAssocID="{557F02DE-6689-4D96-BE84-B514D965935F}" presName="rootText" presStyleLbl="node2" presStyleIdx="1" presStyleCnt="3">
        <dgm:presLayoutVars>
          <dgm:chPref val="3"/>
        </dgm:presLayoutVars>
      </dgm:prSet>
      <dgm:spPr/>
    </dgm:pt>
    <dgm:pt modelId="{B767A3CA-FC19-44C9-A65E-BAE48D011FF7}" type="pres">
      <dgm:prSet presAssocID="{557F02DE-6689-4D96-BE84-B514D965935F}" presName="rootConnector" presStyleLbl="node2" presStyleIdx="1" presStyleCnt="3"/>
      <dgm:spPr/>
    </dgm:pt>
    <dgm:pt modelId="{401740DA-BEF4-4146-8D05-415935383380}" type="pres">
      <dgm:prSet presAssocID="{557F02DE-6689-4D96-BE84-B514D965935F}" presName="hierChild4" presStyleCnt="0"/>
      <dgm:spPr/>
    </dgm:pt>
    <dgm:pt modelId="{3A5FE839-AD15-43C0-8C4A-AB401E625FC4}" type="pres">
      <dgm:prSet presAssocID="{557F02DE-6689-4D96-BE84-B514D965935F}" presName="hierChild5" presStyleCnt="0"/>
      <dgm:spPr/>
    </dgm:pt>
    <dgm:pt modelId="{6C92334E-445F-450C-B2E3-AA9E59DBDAEC}" type="pres">
      <dgm:prSet presAssocID="{D74E16C0-396C-41AD-B21A-8A9B4F1E58E2}" presName="Name37" presStyleLbl="parChTrans1D2" presStyleIdx="2" presStyleCnt="3"/>
      <dgm:spPr/>
    </dgm:pt>
    <dgm:pt modelId="{7E9970C5-1DE3-49BF-8A77-6075229C5EC0}" type="pres">
      <dgm:prSet presAssocID="{A3AB454C-4715-4AF0-AE35-7D6A9684BEAF}" presName="hierRoot2" presStyleCnt="0">
        <dgm:presLayoutVars>
          <dgm:hierBranch val="init"/>
        </dgm:presLayoutVars>
      </dgm:prSet>
      <dgm:spPr/>
    </dgm:pt>
    <dgm:pt modelId="{04195621-CB33-436E-9973-FEA9A998F10F}" type="pres">
      <dgm:prSet presAssocID="{A3AB454C-4715-4AF0-AE35-7D6A9684BEAF}" presName="rootComposite" presStyleCnt="0"/>
      <dgm:spPr/>
    </dgm:pt>
    <dgm:pt modelId="{9D72BA84-BE27-4176-8884-3AD0AAF1CB20}" type="pres">
      <dgm:prSet presAssocID="{A3AB454C-4715-4AF0-AE35-7D6A9684BEAF}" presName="rootText" presStyleLbl="node2" presStyleIdx="2" presStyleCnt="3">
        <dgm:presLayoutVars>
          <dgm:chPref val="3"/>
        </dgm:presLayoutVars>
      </dgm:prSet>
      <dgm:spPr/>
    </dgm:pt>
    <dgm:pt modelId="{4E9D4B0F-28EE-43BF-9FB2-084F94469BE3}" type="pres">
      <dgm:prSet presAssocID="{A3AB454C-4715-4AF0-AE35-7D6A9684BEAF}" presName="rootConnector" presStyleLbl="node2" presStyleIdx="2" presStyleCnt="3"/>
      <dgm:spPr/>
    </dgm:pt>
    <dgm:pt modelId="{96F6DB87-BB3A-46C9-8A35-C88BFC8DF121}" type="pres">
      <dgm:prSet presAssocID="{A3AB454C-4715-4AF0-AE35-7D6A9684BEAF}" presName="hierChild4" presStyleCnt="0"/>
      <dgm:spPr/>
    </dgm:pt>
    <dgm:pt modelId="{72ACA67D-6149-4DFB-BA41-91D662BC8684}" type="pres">
      <dgm:prSet presAssocID="{A3AB454C-4715-4AF0-AE35-7D6A9684BEAF}" presName="hierChild5" presStyleCnt="0"/>
      <dgm:spPr/>
    </dgm:pt>
    <dgm:pt modelId="{F44FCF93-1988-4A67-82C2-6ED446E726BC}" type="pres">
      <dgm:prSet presAssocID="{7FB65323-135A-408D-84F5-256DF2185CF8}" presName="hierChild3" presStyleCnt="0"/>
      <dgm:spPr/>
    </dgm:pt>
  </dgm:ptLst>
  <dgm:cxnLst>
    <dgm:cxn modelId="{F95C541C-81BE-41BB-B3EE-330FD8586F9A}" srcId="{7FB65323-135A-408D-84F5-256DF2185CF8}" destId="{A3AB454C-4715-4AF0-AE35-7D6A9684BEAF}" srcOrd="1" destOrd="0" parTransId="{D74E16C0-396C-41AD-B21A-8A9B4F1E58E2}" sibTransId="{6C1AF986-B186-4F48-9F90-6DDB78020ACA}"/>
    <dgm:cxn modelId="{D14C9228-A656-47AC-B78D-D4092807E6B6}" srcId="{DF86A851-CF5C-4D24-910C-65D7CFA85291}" destId="{7FB65323-135A-408D-84F5-256DF2185CF8}" srcOrd="1" destOrd="0" parTransId="{E9ADD246-0F33-460F-97E1-098F7200175B}" sibTransId="{A0916F6D-E8B2-4F74-ABD3-AF3EBBEDD8DA}"/>
    <dgm:cxn modelId="{E7F66E30-11A7-447A-9656-8547C59786B8}" type="presOf" srcId="{C0C01401-4D51-4363-B605-47E2E7A6A027}" destId="{2D5D60CB-2A39-4224-9CD7-83213C7B1ECB}" srcOrd="0" destOrd="0" presId="urn:microsoft.com/office/officeart/2005/8/layout/orgChart1"/>
    <dgm:cxn modelId="{908FE062-F4B9-4400-A89A-C37002907859}" type="presOf" srcId="{A3AB454C-4715-4AF0-AE35-7D6A9684BEAF}" destId="{9D72BA84-BE27-4176-8884-3AD0AAF1CB20}" srcOrd="0" destOrd="0" presId="urn:microsoft.com/office/officeart/2005/8/layout/orgChart1"/>
    <dgm:cxn modelId="{C740B472-53AD-46B4-9A52-C80217E3E226}" type="presOf" srcId="{557F02DE-6689-4D96-BE84-B514D965935F}" destId="{8E3028F2-037C-468D-9671-A9C2BCE442D3}" srcOrd="0" destOrd="0" presId="urn:microsoft.com/office/officeart/2005/8/layout/orgChart1"/>
    <dgm:cxn modelId="{B24A0E7D-827E-45E5-A607-27832BB549BD}" type="presOf" srcId="{DF86A851-CF5C-4D24-910C-65D7CFA85291}" destId="{1CD5041E-DC04-440C-AB10-A2BA05F9EF2A}" srcOrd="0" destOrd="0" presId="urn:microsoft.com/office/officeart/2005/8/layout/orgChart1"/>
    <dgm:cxn modelId="{D9EF0A83-0F82-457D-A328-FF05148402EC}" srcId="{DF86A851-CF5C-4D24-910C-65D7CFA85291}" destId="{863DE919-DD5B-41EA-8B36-F6780302D4CD}" srcOrd="0" destOrd="0" parTransId="{2BD3F72A-4020-4E3D-AE5A-FF3ABFD55599}" sibTransId="{11EC6E08-133A-4BDD-8995-F0803D7DCB61}"/>
    <dgm:cxn modelId="{95C53A83-F7A5-4B93-8135-D7EC31F70C42}" type="presOf" srcId="{3980B465-4F66-40BA-AEB7-385C238331F3}" destId="{90B0F1C8-B5BF-4BD6-BA3F-E9EF67FF9C74}" srcOrd="0" destOrd="0" presId="urn:microsoft.com/office/officeart/2005/8/layout/orgChart1"/>
    <dgm:cxn modelId="{4E586E83-769B-4743-A3B0-71E55D2282D0}" type="presOf" srcId="{557F02DE-6689-4D96-BE84-B514D965935F}" destId="{B767A3CA-FC19-44C9-A65E-BAE48D011FF7}" srcOrd="1" destOrd="0" presId="urn:microsoft.com/office/officeart/2005/8/layout/orgChart1"/>
    <dgm:cxn modelId="{9752A884-B3AC-433B-A3E3-BB2272CE6067}" srcId="{863DE919-DD5B-41EA-8B36-F6780302D4CD}" destId="{3980B465-4F66-40BA-AEB7-385C238331F3}" srcOrd="0" destOrd="0" parTransId="{561D65D8-5760-400B-86A7-257F07744FFD}" sibTransId="{A7E73B72-E52B-4476-AB35-A931883C152B}"/>
    <dgm:cxn modelId="{B66527B1-7667-4BFD-87BD-28297A149423}" type="presOf" srcId="{D74E16C0-396C-41AD-B21A-8A9B4F1E58E2}" destId="{6C92334E-445F-450C-B2E3-AA9E59DBDAEC}" srcOrd="0" destOrd="0" presId="urn:microsoft.com/office/officeart/2005/8/layout/orgChart1"/>
    <dgm:cxn modelId="{DF95F3B7-71F7-4FD1-AB81-4C94095B46F0}" type="presOf" srcId="{561D65D8-5760-400B-86A7-257F07744FFD}" destId="{8578BB71-0ABB-4416-ADB5-473B42D771AA}" srcOrd="0" destOrd="0" presId="urn:microsoft.com/office/officeart/2005/8/layout/orgChart1"/>
    <dgm:cxn modelId="{9021DEC9-7B5F-4C9D-B6BD-1FDE2D009846}" type="presOf" srcId="{7FB65323-135A-408D-84F5-256DF2185CF8}" destId="{8A4FAC14-31E8-4C03-88FE-261910299241}" srcOrd="1" destOrd="0" presId="urn:microsoft.com/office/officeart/2005/8/layout/orgChart1"/>
    <dgm:cxn modelId="{7A5DDED2-6A89-41FB-8097-0264E67096FE}" type="presOf" srcId="{863DE919-DD5B-41EA-8B36-F6780302D4CD}" destId="{39E8C8EC-4724-4EF7-BD4B-02877E9376B9}" srcOrd="0" destOrd="0" presId="urn:microsoft.com/office/officeart/2005/8/layout/orgChart1"/>
    <dgm:cxn modelId="{F7A9D2D7-8813-4401-829C-9207AA06E596}" type="presOf" srcId="{7FB65323-135A-408D-84F5-256DF2185CF8}" destId="{CB7ABB89-D004-4C76-97D6-A346FEB8838A}" srcOrd="0" destOrd="0" presId="urn:microsoft.com/office/officeart/2005/8/layout/orgChart1"/>
    <dgm:cxn modelId="{0A02A7E4-B9A1-4A86-9712-C6D4513B6318}" type="presOf" srcId="{A3AB454C-4715-4AF0-AE35-7D6A9684BEAF}" destId="{4E9D4B0F-28EE-43BF-9FB2-084F94469BE3}" srcOrd="1" destOrd="0" presId="urn:microsoft.com/office/officeart/2005/8/layout/orgChart1"/>
    <dgm:cxn modelId="{967416E8-F6F3-4395-B4C2-26C2EF18A71C}" type="presOf" srcId="{863DE919-DD5B-41EA-8B36-F6780302D4CD}" destId="{90344CDD-889D-4D2C-A60A-68B0BE45E975}" srcOrd="1" destOrd="0" presId="urn:microsoft.com/office/officeart/2005/8/layout/orgChart1"/>
    <dgm:cxn modelId="{D337F0ED-2CA3-4C24-BBAD-D1956354C14A}" srcId="{7FB65323-135A-408D-84F5-256DF2185CF8}" destId="{557F02DE-6689-4D96-BE84-B514D965935F}" srcOrd="0" destOrd="0" parTransId="{C0C01401-4D51-4363-B605-47E2E7A6A027}" sibTransId="{248AEED8-9800-446C-B427-93351EBC1C6D}"/>
    <dgm:cxn modelId="{EAC226FC-AE36-4FD3-B10D-6DB32D910E7A}" type="presOf" srcId="{3980B465-4F66-40BA-AEB7-385C238331F3}" destId="{2EB7A492-D910-4E8C-B654-94CB2A3C17E0}" srcOrd="1" destOrd="0" presId="urn:microsoft.com/office/officeart/2005/8/layout/orgChart1"/>
    <dgm:cxn modelId="{B22E6075-28A8-42F8-AF9B-71143359DB71}" type="presParOf" srcId="{1CD5041E-DC04-440C-AB10-A2BA05F9EF2A}" destId="{A8445A77-D08A-4B5F-B0D4-57017B15297F}" srcOrd="0" destOrd="0" presId="urn:microsoft.com/office/officeart/2005/8/layout/orgChart1"/>
    <dgm:cxn modelId="{AE197CD8-3613-4A39-A7DF-10CBACFE707E}" type="presParOf" srcId="{A8445A77-D08A-4B5F-B0D4-57017B15297F}" destId="{88A8A1EF-E41E-400D-85C6-9CDB4EF377BE}" srcOrd="0" destOrd="0" presId="urn:microsoft.com/office/officeart/2005/8/layout/orgChart1"/>
    <dgm:cxn modelId="{77655A85-8ECC-4102-96CD-4308101C654B}" type="presParOf" srcId="{88A8A1EF-E41E-400D-85C6-9CDB4EF377BE}" destId="{39E8C8EC-4724-4EF7-BD4B-02877E9376B9}" srcOrd="0" destOrd="0" presId="urn:microsoft.com/office/officeart/2005/8/layout/orgChart1"/>
    <dgm:cxn modelId="{F8F16D9F-003B-4CFF-B325-863C1B984D7E}" type="presParOf" srcId="{88A8A1EF-E41E-400D-85C6-9CDB4EF377BE}" destId="{90344CDD-889D-4D2C-A60A-68B0BE45E975}" srcOrd="1" destOrd="0" presId="urn:microsoft.com/office/officeart/2005/8/layout/orgChart1"/>
    <dgm:cxn modelId="{4B6D6E0D-9319-430D-BD44-42A467947502}" type="presParOf" srcId="{A8445A77-D08A-4B5F-B0D4-57017B15297F}" destId="{76BB32D3-5B75-4EBC-8D80-1E9150A2E1C6}" srcOrd="1" destOrd="0" presId="urn:microsoft.com/office/officeart/2005/8/layout/orgChart1"/>
    <dgm:cxn modelId="{8189012E-9C4C-47DF-820B-321C5DBFB9FA}" type="presParOf" srcId="{76BB32D3-5B75-4EBC-8D80-1E9150A2E1C6}" destId="{8578BB71-0ABB-4416-ADB5-473B42D771AA}" srcOrd="0" destOrd="0" presId="urn:microsoft.com/office/officeart/2005/8/layout/orgChart1"/>
    <dgm:cxn modelId="{E602AC83-5643-4F24-9818-E192A6E9F325}" type="presParOf" srcId="{76BB32D3-5B75-4EBC-8D80-1E9150A2E1C6}" destId="{36275DDC-76F5-4A5A-9F5F-2004D75BC199}" srcOrd="1" destOrd="0" presId="urn:microsoft.com/office/officeart/2005/8/layout/orgChart1"/>
    <dgm:cxn modelId="{5970D4BC-DFF0-4341-AD16-1F5909A3F749}" type="presParOf" srcId="{36275DDC-76F5-4A5A-9F5F-2004D75BC199}" destId="{DF0937CB-9169-4275-8E9E-D501FC0F661A}" srcOrd="0" destOrd="0" presId="urn:microsoft.com/office/officeart/2005/8/layout/orgChart1"/>
    <dgm:cxn modelId="{B463651B-677C-4A00-8CFF-3E93126F5713}" type="presParOf" srcId="{DF0937CB-9169-4275-8E9E-D501FC0F661A}" destId="{90B0F1C8-B5BF-4BD6-BA3F-E9EF67FF9C74}" srcOrd="0" destOrd="0" presId="urn:microsoft.com/office/officeart/2005/8/layout/orgChart1"/>
    <dgm:cxn modelId="{6BF0DB29-2FDD-413D-9063-A56041DBA86D}" type="presParOf" srcId="{DF0937CB-9169-4275-8E9E-D501FC0F661A}" destId="{2EB7A492-D910-4E8C-B654-94CB2A3C17E0}" srcOrd="1" destOrd="0" presId="urn:microsoft.com/office/officeart/2005/8/layout/orgChart1"/>
    <dgm:cxn modelId="{0C804074-8216-400F-9AFA-FBAB21B85A04}" type="presParOf" srcId="{36275DDC-76F5-4A5A-9F5F-2004D75BC199}" destId="{B01B8EDB-6846-4EAD-979A-C094EA833C14}" srcOrd="1" destOrd="0" presId="urn:microsoft.com/office/officeart/2005/8/layout/orgChart1"/>
    <dgm:cxn modelId="{65BF5429-E168-480F-9451-A961CB33FD99}" type="presParOf" srcId="{36275DDC-76F5-4A5A-9F5F-2004D75BC199}" destId="{FAC0280E-DB83-4EED-B5B5-B6EEC5062B81}" srcOrd="2" destOrd="0" presId="urn:microsoft.com/office/officeart/2005/8/layout/orgChart1"/>
    <dgm:cxn modelId="{09CF29CF-031C-4AC9-A1B4-5E2537A92F1A}" type="presParOf" srcId="{A8445A77-D08A-4B5F-B0D4-57017B15297F}" destId="{3B2CADC5-9C22-4019-BF66-6F7E4BC31EB2}" srcOrd="2" destOrd="0" presId="urn:microsoft.com/office/officeart/2005/8/layout/orgChart1"/>
    <dgm:cxn modelId="{8507E618-73B0-43E7-9B6A-855BC592E711}" type="presParOf" srcId="{1CD5041E-DC04-440C-AB10-A2BA05F9EF2A}" destId="{370FC2B8-A8D8-4994-A304-7496229EF48F}" srcOrd="1" destOrd="0" presId="urn:microsoft.com/office/officeart/2005/8/layout/orgChart1"/>
    <dgm:cxn modelId="{57B664E0-F000-4CD2-96D4-067A56C0AA1F}" type="presParOf" srcId="{370FC2B8-A8D8-4994-A304-7496229EF48F}" destId="{AA9BC5FD-11C4-4858-9879-C3C21F9C6351}" srcOrd="0" destOrd="0" presId="urn:microsoft.com/office/officeart/2005/8/layout/orgChart1"/>
    <dgm:cxn modelId="{BF3B6DCF-FB99-4B1A-93ED-20AF4DE6C911}" type="presParOf" srcId="{AA9BC5FD-11C4-4858-9879-C3C21F9C6351}" destId="{CB7ABB89-D004-4C76-97D6-A346FEB8838A}" srcOrd="0" destOrd="0" presId="urn:microsoft.com/office/officeart/2005/8/layout/orgChart1"/>
    <dgm:cxn modelId="{C2A49977-0D96-44D6-84FF-8FFF0210BE2C}" type="presParOf" srcId="{AA9BC5FD-11C4-4858-9879-C3C21F9C6351}" destId="{8A4FAC14-31E8-4C03-88FE-261910299241}" srcOrd="1" destOrd="0" presId="urn:microsoft.com/office/officeart/2005/8/layout/orgChart1"/>
    <dgm:cxn modelId="{B335FFB2-E094-4308-AA4C-4C63376764BE}" type="presParOf" srcId="{370FC2B8-A8D8-4994-A304-7496229EF48F}" destId="{4464E279-CAC0-473C-BE2B-D8EF0220EAA1}" srcOrd="1" destOrd="0" presId="urn:microsoft.com/office/officeart/2005/8/layout/orgChart1"/>
    <dgm:cxn modelId="{03564C32-007E-4345-8CA2-9EC245443687}" type="presParOf" srcId="{4464E279-CAC0-473C-BE2B-D8EF0220EAA1}" destId="{2D5D60CB-2A39-4224-9CD7-83213C7B1ECB}" srcOrd="0" destOrd="0" presId="urn:microsoft.com/office/officeart/2005/8/layout/orgChart1"/>
    <dgm:cxn modelId="{8BD7770D-300B-40A3-B873-292C27ADAB87}" type="presParOf" srcId="{4464E279-CAC0-473C-BE2B-D8EF0220EAA1}" destId="{B58D7AFA-FAE4-4338-A3B8-242B82973BD9}" srcOrd="1" destOrd="0" presId="urn:microsoft.com/office/officeart/2005/8/layout/orgChart1"/>
    <dgm:cxn modelId="{2A67E33F-F182-4660-9915-8A7B2D4023E8}" type="presParOf" srcId="{B58D7AFA-FAE4-4338-A3B8-242B82973BD9}" destId="{4266B3BC-A802-49AF-BD0A-BDCAB8F3C42C}" srcOrd="0" destOrd="0" presId="urn:microsoft.com/office/officeart/2005/8/layout/orgChart1"/>
    <dgm:cxn modelId="{2DF75EBF-64F7-408F-8265-09AE843C29FC}" type="presParOf" srcId="{4266B3BC-A802-49AF-BD0A-BDCAB8F3C42C}" destId="{8E3028F2-037C-468D-9671-A9C2BCE442D3}" srcOrd="0" destOrd="0" presId="urn:microsoft.com/office/officeart/2005/8/layout/orgChart1"/>
    <dgm:cxn modelId="{B94A9624-62D9-4047-A5CE-DCA5F44AF16B}" type="presParOf" srcId="{4266B3BC-A802-49AF-BD0A-BDCAB8F3C42C}" destId="{B767A3CA-FC19-44C9-A65E-BAE48D011FF7}" srcOrd="1" destOrd="0" presId="urn:microsoft.com/office/officeart/2005/8/layout/orgChart1"/>
    <dgm:cxn modelId="{D3C7E39A-84E5-4814-B62F-7C4E9378C7AA}" type="presParOf" srcId="{B58D7AFA-FAE4-4338-A3B8-242B82973BD9}" destId="{401740DA-BEF4-4146-8D05-415935383380}" srcOrd="1" destOrd="0" presId="urn:microsoft.com/office/officeart/2005/8/layout/orgChart1"/>
    <dgm:cxn modelId="{9B0E96E3-F5F4-4672-B7B1-64F71625F0B8}" type="presParOf" srcId="{B58D7AFA-FAE4-4338-A3B8-242B82973BD9}" destId="{3A5FE839-AD15-43C0-8C4A-AB401E625FC4}" srcOrd="2" destOrd="0" presId="urn:microsoft.com/office/officeart/2005/8/layout/orgChart1"/>
    <dgm:cxn modelId="{BF617515-0E61-4552-8753-6EB7A4D87D7C}" type="presParOf" srcId="{4464E279-CAC0-473C-BE2B-D8EF0220EAA1}" destId="{6C92334E-445F-450C-B2E3-AA9E59DBDAEC}" srcOrd="2" destOrd="0" presId="urn:microsoft.com/office/officeart/2005/8/layout/orgChart1"/>
    <dgm:cxn modelId="{F90021FC-5833-405D-9B64-902100ABE22B}" type="presParOf" srcId="{4464E279-CAC0-473C-BE2B-D8EF0220EAA1}" destId="{7E9970C5-1DE3-49BF-8A77-6075229C5EC0}" srcOrd="3" destOrd="0" presId="urn:microsoft.com/office/officeart/2005/8/layout/orgChart1"/>
    <dgm:cxn modelId="{8352C5B1-1C83-4126-911B-89A2D4C84CAE}" type="presParOf" srcId="{7E9970C5-1DE3-49BF-8A77-6075229C5EC0}" destId="{04195621-CB33-436E-9973-FEA9A998F10F}" srcOrd="0" destOrd="0" presId="urn:microsoft.com/office/officeart/2005/8/layout/orgChart1"/>
    <dgm:cxn modelId="{CA3272E8-5853-4638-BC3E-0BBF3EE9CF29}" type="presParOf" srcId="{04195621-CB33-436E-9973-FEA9A998F10F}" destId="{9D72BA84-BE27-4176-8884-3AD0AAF1CB20}" srcOrd="0" destOrd="0" presId="urn:microsoft.com/office/officeart/2005/8/layout/orgChart1"/>
    <dgm:cxn modelId="{08487D6F-924B-4E0C-B6DA-67DF2B4C7624}" type="presParOf" srcId="{04195621-CB33-436E-9973-FEA9A998F10F}" destId="{4E9D4B0F-28EE-43BF-9FB2-084F94469BE3}" srcOrd="1" destOrd="0" presId="urn:microsoft.com/office/officeart/2005/8/layout/orgChart1"/>
    <dgm:cxn modelId="{E6B7C21B-448E-414F-953D-B9D9FEA933B4}" type="presParOf" srcId="{7E9970C5-1DE3-49BF-8A77-6075229C5EC0}" destId="{96F6DB87-BB3A-46C9-8A35-C88BFC8DF121}" srcOrd="1" destOrd="0" presId="urn:microsoft.com/office/officeart/2005/8/layout/orgChart1"/>
    <dgm:cxn modelId="{143E967A-8E08-42E9-B09B-8D5A0F9C0F32}" type="presParOf" srcId="{7E9970C5-1DE3-49BF-8A77-6075229C5EC0}" destId="{72ACA67D-6149-4DFB-BA41-91D662BC8684}" srcOrd="2" destOrd="0" presId="urn:microsoft.com/office/officeart/2005/8/layout/orgChart1"/>
    <dgm:cxn modelId="{85644BA6-80D5-4F32-A789-0A922DEF2FBA}" type="presParOf" srcId="{370FC2B8-A8D8-4994-A304-7496229EF48F}" destId="{F44FCF93-1988-4A67-82C2-6ED446E726BC}"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92334E-445F-450C-B2E3-AA9E59DBDAEC}">
      <dsp:nvSpPr>
        <dsp:cNvPr id="0" name=""/>
        <dsp:cNvSpPr/>
      </dsp:nvSpPr>
      <dsp:spPr>
        <a:xfrm>
          <a:off x="5960988" y="2580182"/>
          <a:ext cx="1557684" cy="540683"/>
        </a:xfrm>
        <a:custGeom>
          <a:avLst/>
          <a:gdLst/>
          <a:ahLst/>
          <a:cxnLst/>
          <a:rect l="0" t="0" r="0" b="0"/>
          <a:pathLst>
            <a:path>
              <a:moveTo>
                <a:pt x="0" y="0"/>
              </a:moveTo>
              <a:lnTo>
                <a:pt x="0" y="270341"/>
              </a:lnTo>
              <a:lnTo>
                <a:pt x="1557684" y="270341"/>
              </a:lnTo>
              <a:lnTo>
                <a:pt x="1557684" y="54068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D5D60CB-2A39-4224-9CD7-83213C7B1ECB}">
      <dsp:nvSpPr>
        <dsp:cNvPr id="0" name=""/>
        <dsp:cNvSpPr/>
      </dsp:nvSpPr>
      <dsp:spPr>
        <a:xfrm>
          <a:off x="4403303" y="2580182"/>
          <a:ext cx="1557684" cy="540683"/>
        </a:xfrm>
        <a:custGeom>
          <a:avLst/>
          <a:gdLst/>
          <a:ahLst/>
          <a:cxnLst/>
          <a:rect l="0" t="0" r="0" b="0"/>
          <a:pathLst>
            <a:path>
              <a:moveTo>
                <a:pt x="1557684" y="0"/>
              </a:moveTo>
              <a:lnTo>
                <a:pt x="1557684" y="270341"/>
              </a:lnTo>
              <a:lnTo>
                <a:pt x="0" y="270341"/>
              </a:lnTo>
              <a:lnTo>
                <a:pt x="0" y="54068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578BB71-0ABB-4416-ADB5-473B42D771AA}">
      <dsp:nvSpPr>
        <dsp:cNvPr id="0" name=""/>
        <dsp:cNvSpPr/>
      </dsp:nvSpPr>
      <dsp:spPr>
        <a:xfrm>
          <a:off x="1242214" y="2580182"/>
          <a:ext cx="91440" cy="540683"/>
        </a:xfrm>
        <a:custGeom>
          <a:avLst/>
          <a:gdLst/>
          <a:ahLst/>
          <a:cxnLst/>
          <a:rect l="0" t="0" r="0" b="0"/>
          <a:pathLst>
            <a:path>
              <a:moveTo>
                <a:pt x="45720" y="0"/>
              </a:moveTo>
              <a:lnTo>
                <a:pt x="45720" y="540683"/>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E8C8EC-4724-4EF7-BD4B-02877E9376B9}">
      <dsp:nvSpPr>
        <dsp:cNvPr id="0" name=""/>
        <dsp:cNvSpPr/>
      </dsp:nvSpPr>
      <dsp:spPr>
        <a:xfrm>
          <a:off x="591" y="1292839"/>
          <a:ext cx="2574685" cy="1287342"/>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b="1" kern="1200" dirty="0"/>
            <a:t>Operating Systems supported</a:t>
          </a:r>
          <a:endParaRPr lang="en-IN" sz="2900" kern="1200" dirty="0"/>
        </a:p>
      </dsp:txBody>
      <dsp:txXfrm>
        <a:off x="591" y="1292839"/>
        <a:ext cx="2574685" cy="1287342"/>
      </dsp:txXfrm>
    </dsp:sp>
    <dsp:sp modelId="{90B0F1C8-B5BF-4BD6-BA3F-E9EF67FF9C74}">
      <dsp:nvSpPr>
        <dsp:cNvPr id="0" name=""/>
        <dsp:cNvSpPr/>
      </dsp:nvSpPr>
      <dsp:spPr>
        <a:xfrm>
          <a:off x="591" y="3120865"/>
          <a:ext cx="2574685" cy="1287342"/>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Windows </a:t>
          </a:r>
        </a:p>
      </dsp:txBody>
      <dsp:txXfrm>
        <a:off x="591" y="3120865"/>
        <a:ext cx="2574685" cy="1287342"/>
      </dsp:txXfrm>
    </dsp:sp>
    <dsp:sp modelId="{CB7ABB89-D004-4C76-97D6-A346FEB8838A}">
      <dsp:nvSpPr>
        <dsp:cNvPr id="0" name=""/>
        <dsp:cNvSpPr/>
      </dsp:nvSpPr>
      <dsp:spPr>
        <a:xfrm>
          <a:off x="4673645" y="1292839"/>
          <a:ext cx="2574685" cy="1287342"/>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b="1" kern="1200" dirty="0"/>
            <a:t>Technologies and Languages used to Develop</a:t>
          </a:r>
          <a:endParaRPr lang="en-IN" sz="2900" kern="1200" dirty="0"/>
        </a:p>
      </dsp:txBody>
      <dsp:txXfrm>
        <a:off x="4673645" y="1292839"/>
        <a:ext cx="2574685" cy="1287342"/>
      </dsp:txXfrm>
    </dsp:sp>
    <dsp:sp modelId="{8E3028F2-037C-468D-9671-A9C2BCE442D3}">
      <dsp:nvSpPr>
        <dsp:cNvPr id="0" name=""/>
        <dsp:cNvSpPr/>
      </dsp:nvSpPr>
      <dsp:spPr>
        <a:xfrm>
          <a:off x="3115960" y="3120865"/>
          <a:ext cx="2574685" cy="1287342"/>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Python</a:t>
          </a:r>
        </a:p>
      </dsp:txBody>
      <dsp:txXfrm>
        <a:off x="3115960" y="3120865"/>
        <a:ext cx="2574685" cy="1287342"/>
      </dsp:txXfrm>
    </dsp:sp>
    <dsp:sp modelId="{9D72BA84-BE27-4176-8884-3AD0AAF1CB20}">
      <dsp:nvSpPr>
        <dsp:cNvPr id="0" name=""/>
        <dsp:cNvSpPr/>
      </dsp:nvSpPr>
      <dsp:spPr>
        <a:xfrm>
          <a:off x="6231330" y="3120865"/>
          <a:ext cx="2574685" cy="1287342"/>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IN" sz="2900" kern="1200" dirty="0"/>
            <a:t>Django</a:t>
          </a:r>
        </a:p>
      </dsp:txBody>
      <dsp:txXfrm>
        <a:off x="6231330" y="3120865"/>
        <a:ext cx="2574685" cy="128734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1" y="-1"/>
            <a:ext cx="18288005" cy="10287002"/>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1" y="1"/>
            <a:ext cx="3457577" cy="10287002"/>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2814637" y="1683545"/>
            <a:ext cx="13187363" cy="3581400"/>
          </a:xfrm>
        </p:spPr>
        <p:txBody>
          <a:bodyPr anchor="b">
            <a:normAutofit/>
          </a:bodyPr>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2814637" y="5403057"/>
            <a:ext cx="13187363" cy="2483643"/>
          </a:xfrm>
        </p:spPr>
        <p:txBody>
          <a:bodyPr>
            <a:normAutofit/>
          </a:bodyPr>
          <a:lstStyle>
            <a:lvl1pPr marL="0" indent="0" algn="l">
              <a:buNone/>
              <a:defRPr sz="3000" cap="all" baseline="0">
                <a:solidFill>
                  <a:schemeClr val="tx2"/>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a:xfrm>
            <a:off x="10616267" y="8115302"/>
            <a:ext cx="4114800" cy="547688"/>
          </a:xfrm>
        </p:spPr>
        <p:txBody>
          <a:bodyPr/>
          <a:lstStyle/>
          <a:p>
            <a:fld id="{1D8BD707-D9CF-40AE-B4C6-C98DA3205C09}" type="datetimeFigureOut">
              <a:rPr lang="en-US" smtClean="0"/>
              <a:pPr/>
              <a:t>8/12/2024</a:t>
            </a:fld>
            <a:endParaRPr lang="en-US" dirty="0"/>
          </a:p>
        </p:txBody>
      </p:sp>
      <p:sp>
        <p:nvSpPr>
          <p:cNvPr id="5" name="Footer Placeholder 4"/>
          <p:cNvSpPr>
            <a:spLocks noGrp="1"/>
          </p:cNvSpPr>
          <p:nvPr>
            <p:ph type="ftr" sz="quarter" idx="11"/>
          </p:nvPr>
        </p:nvSpPr>
        <p:spPr>
          <a:xfrm>
            <a:off x="2814636" y="8115302"/>
            <a:ext cx="7687329" cy="547688"/>
          </a:xfrm>
        </p:spPr>
        <p:txBody>
          <a:bodyPr/>
          <a:lstStyle/>
          <a:p>
            <a:endParaRPr lang="en-US" dirty="0"/>
          </a:p>
        </p:txBody>
      </p:sp>
      <p:sp>
        <p:nvSpPr>
          <p:cNvPr id="6" name="Slide Number Placeholder 5"/>
          <p:cNvSpPr>
            <a:spLocks noGrp="1"/>
          </p:cNvSpPr>
          <p:nvPr>
            <p:ph type="sldNum" sz="quarter" idx="12"/>
          </p:nvPr>
        </p:nvSpPr>
        <p:spPr>
          <a:xfrm>
            <a:off x="14845367" y="8115299"/>
            <a:ext cx="1156634" cy="547688"/>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291843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696665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12117" y="2128840"/>
            <a:ext cx="14859000" cy="4279106"/>
          </a:xfrm>
        </p:spPr>
        <p:txBody>
          <a:bodyPr anchor="b">
            <a:normAutofit/>
          </a:bodyPr>
          <a:lstStyle>
            <a:lvl1pPr>
              <a:defRPr sz="5400"/>
            </a:lvl1pPr>
          </a:lstStyle>
          <a:p>
            <a:r>
              <a:rPr lang="en-US"/>
              <a:t>Click to edit Master title style</a:t>
            </a:r>
            <a:endParaRPr lang="en-US" dirty="0"/>
          </a:p>
        </p:txBody>
      </p:sp>
      <p:sp>
        <p:nvSpPr>
          <p:cNvPr id="3" name="Text Placeholder 2"/>
          <p:cNvSpPr>
            <a:spLocks noGrp="1"/>
          </p:cNvSpPr>
          <p:nvPr>
            <p:ph type="body" idx="1"/>
          </p:nvPr>
        </p:nvSpPr>
        <p:spPr>
          <a:xfrm>
            <a:off x="1712117" y="6636543"/>
            <a:ext cx="14859000" cy="2062164"/>
          </a:xfrm>
        </p:spPr>
        <p:txBody>
          <a:bodyPr>
            <a:normAutofit/>
          </a:bodyPr>
          <a:lstStyle>
            <a:lvl1pPr marL="0" indent="0">
              <a:buNone/>
              <a:defRPr sz="2700" cap="all" baseline="0">
                <a:solidFill>
                  <a:schemeClr val="tx1">
                    <a:tint val="75000"/>
                  </a:schemeClr>
                </a:solidFill>
              </a:defRPr>
            </a:lvl1pPr>
            <a:lvl2pPr marL="685800" indent="0">
              <a:buNone/>
              <a:defRPr sz="27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514194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712116" y="3374229"/>
            <a:ext cx="7317584" cy="5312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1" y="3374229"/>
            <a:ext cx="7312817" cy="53125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635153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12117" y="928690"/>
            <a:ext cx="14859000" cy="2216942"/>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55029" y="3374229"/>
            <a:ext cx="6974675" cy="1235868"/>
          </a:xfrm>
        </p:spPr>
        <p:txBody>
          <a:bodyPr anchor="b"/>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712116" y="4610096"/>
            <a:ext cx="7317587" cy="40767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601212" y="3374228"/>
            <a:ext cx="6969903" cy="1235868"/>
          </a:xfrm>
        </p:spPr>
        <p:txBody>
          <a:bodyPr anchor="b"/>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4610096"/>
            <a:ext cx="7312815" cy="40767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375755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063173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49634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20058" y="914402"/>
            <a:ext cx="5784056" cy="2459826"/>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34301" y="888999"/>
            <a:ext cx="8836814" cy="779780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20058" y="3374229"/>
            <a:ext cx="5784056" cy="5312571"/>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847190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20" y="914400"/>
            <a:ext cx="8901762" cy="2459829"/>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071082" y="914402"/>
            <a:ext cx="5500035" cy="77723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dirty="0"/>
              <a:t>Click icon to add picture</a:t>
            </a:r>
          </a:p>
        </p:txBody>
      </p:sp>
      <p:sp>
        <p:nvSpPr>
          <p:cNvPr id="4" name="Text Placeholder 3"/>
          <p:cNvSpPr>
            <a:spLocks noGrp="1"/>
          </p:cNvSpPr>
          <p:nvPr>
            <p:ph type="body" sz="half" idx="2"/>
          </p:nvPr>
        </p:nvSpPr>
        <p:spPr>
          <a:xfrm>
            <a:off x="1712116" y="3374229"/>
            <a:ext cx="8901767" cy="5312571"/>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789968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16" y="6456997"/>
            <a:ext cx="14868533" cy="1229033"/>
          </a:xfrm>
        </p:spPr>
        <p:txBody>
          <a:bodyPr anchor="b">
            <a:normAutofit/>
          </a:bodyPr>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12117" y="909639"/>
            <a:ext cx="14868531" cy="4949667"/>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4800"/>
            </a:lvl1pPr>
          </a:lstStyle>
          <a:p>
            <a:pPr marL="0" lvl="0" indent="0">
              <a:buNone/>
            </a:pPr>
            <a:r>
              <a:rPr lang="en-US" dirty="0"/>
              <a:t>Click icon to add picture</a:t>
            </a:r>
          </a:p>
        </p:txBody>
      </p:sp>
      <p:sp>
        <p:nvSpPr>
          <p:cNvPr id="4" name="Text Placeholder 3"/>
          <p:cNvSpPr>
            <a:spLocks noGrp="1"/>
          </p:cNvSpPr>
          <p:nvPr>
            <p:ph type="body" sz="half" idx="2"/>
          </p:nvPr>
        </p:nvSpPr>
        <p:spPr>
          <a:xfrm>
            <a:off x="1712047" y="7686030"/>
            <a:ext cx="14866289" cy="1023708"/>
          </a:xfrm>
        </p:spPr>
        <p:txBody>
          <a:bodyPr>
            <a:normAutofit/>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95766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712185" y="914400"/>
            <a:ext cx="14858933" cy="5143500"/>
          </a:xfrm>
        </p:spPr>
        <p:txBody>
          <a:bodyPr anchor="ctr">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1712116" y="6629399"/>
            <a:ext cx="14856689" cy="2057399"/>
          </a:xfrm>
        </p:spPr>
        <p:txBody>
          <a:bodyPr anchor="ctr">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6513359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18" y="914399"/>
            <a:ext cx="13954128" cy="4122644"/>
          </a:xfrm>
        </p:spPr>
        <p:txBody>
          <a:bodyPr anchor="ctr">
            <a:normAutofit/>
          </a:bodyPr>
          <a:lstStyle>
            <a:lvl1pPr>
              <a:defRPr sz="5400"/>
            </a:lvl1pPr>
          </a:lstStyle>
          <a:p>
            <a:r>
              <a:rPr lang="en-US"/>
              <a:t>Click to edit Master title style</a:t>
            </a:r>
            <a:endParaRPr lang="en-US" dirty="0"/>
          </a:p>
        </p:txBody>
      </p:sp>
      <p:sp>
        <p:nvSpPr>
          <p:cNvPr id="12" name="Text Placeholder 3"/>
          <p:cNvSpPr>
            <a:spLocks noGrp="1"/>
          </p:cNvSpPr>
          <p:nvPr>
            <p:ph type="body" sz="half" idx="13"/>
          </p:nvPr>
        </p:nvSpPr>
        <p:spPr>
          <a:xfrm>
            <a:off x="2580967" y="5048336"/>
            <a:ext cx="13128449" cy="823452"/>
          </a:xfrm>
        </p:spPr>
        <p:txBody>
          <a:bodyPr anchor="t">
            <a:normAutofit/>
          </a:bodyPr>
          <a:lstStyle>
            <a:lvl1pPr marL="0" indent="0">
              <a:buNone/>
              <a:defRPr sz="21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4" name="Text Placeholder 3"/>
          <p:cNvSpPr>
            <a:spLocks noGrp="1"/>
          </p:cNvSpPr>
          <p:nvPr>
            <p:ph type="body" sz="half" idx="2"/>
          </p:nvPr>
        </p:nvSpPr>
        <p:spPr>
          <a:xfrm>
            <a:off x="1712117" y="6464879"/>
            <a:ext cx="14859003" cy="2234244"/>
          </a:xfrm>
        </p:spPr>
        <p:txBody>
          <a:bodyPr anchor="ctr">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
        <p:nvSpPr>
          <p:cNvPr id="60" name="TextBox 59"/>
          <p:cNvSpPr txBox="1"/>
          <p:nvPr/>
        </p:nvSpPr>
        <p:spPr>
          <a:xfrm>
            <a:off x="1355268" y="1098591"/>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
        <p:nvSpPr>
          <p:cNvPr id="61" name="TextBox 60"/>
          <p:cNvSpPr txBox="1"/>
          <p:nvPr/>
        </p:nvSpPr>
        <p:spPr>
          <a:xfrm>
            <a:off x="15806055" y="4147458"/>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Tree>
    <p:extLst>
      <p:ext uri="{BB962C8B-B14F-4D97-AF65-F5344CB8AC3E}">
        <p14:creationId xmlns:p14="http://schemas.microsoft.com/office/powerpoint/2010/main" val="475366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712116" y="3201062"/>
            <a:ext cx="14859002" cy="3767753"/>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1712047" y="6986483"/>
            <a:ext cx="14856758" cy="1710966"/>
          </a:xfrm>
        </p:spPr>
        <p:txBody>
          <a:bodyPr anchor="t">
            <a:normAutofit/>
          </a:bodyPr>
          <a:lstStyle>
            <a:lvl1pPr marL="0" indent="0">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1669362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712120" y="914400"/>
            <a:ext cx="14858997" cy="28575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712116" y="4011695"/>
            <a:ext cx="4795349"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8" name="Text Placeholder 3"/>
          <p:cNvSpPr>
            <a:spLocks noGrp="1"/>
          </p:cNvSpPr>
          <p:nvPr>
            <p:ph type="body" sz="half" idx="15"/>
          </p:nvPr>
        </p:nvSpPr>
        <p:spPr>
          <a:xfrm>
            <a:off x="1691878" y="5040395"/>
            <a:ext cx="4813103"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9" name="Text Placeholder 4"/>
          <p:cNvSpPr>
            <a:spLocks noGrp="1"/>
          </p:cNvSpPr>
          <p:nvPr>
            <p:ph type="body" sz="quarter" idx="3"/>
          </p:nvPr>
        </p:nvSpPr>
        <p:spPr>
          <a:xfrm>
            <a:off x="6772150" y="4016453"/>
            <a:ext cx="4776578"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0" name="Text Placeholder 3"/>
          <p:cNvSpPr>
            <a:spLocks noGrp="1"/>
          </p:cNvSpPr>
          <p:nvPr>
            <p:ph type="body" sz="half" idx="16"/>
          </p:nvPr>
        </p:nvSpPr>
        <p:spPr>
          <a:xfrm>
            <a:off x="6756320" y="5045153"/>
            <a:ext cx="4793745"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1" name="Text Placeholder 4"/>
          <p:cNvSpPr>
            <a:spLocks noGrp="1"/>
          </p:cNvSpPr>
          <p:nvPr>
            <p:ph type="body" sz="quarter" idx="13"/>
          </p:nvPr>
        </p:nvSpPr>
        <p:spPr>
          <a:xfrm>
            <a:off x="11778663" y="4011695"/>
            <a:ext cx="4792452" cy="1028700"/>
          </a:xfrm>
        </p:spPr>
        <p:txBody>
          <a:bodyPr anchor="b">
            <a:noAutofit/>
          </a:bodyPr>
          <a:lstStyle>
            <a:lvl1pPr marL="0" indent="0">
              <a:lnSpc>
                <a:spcPct val="90000"/>
              </a:lnSpc>
              <a:buNone/>
              <a:defRPr sz="36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2" name="Text Placeholder 3"/>
          <p:cNvSpPr>
            <a:spLocks noGrp="1"/>
          </p:cNvSpPr>
          <p:nvPr>
            <p:ph type="body" sz="half" idx="17"/>
          </p:nvPr>
        </p:nvSpPr>
        <p:spPr>
          <a:xfrm>
            <a:off x="11778663" y="5040395"/>
            <a:ext cx="4792452" cy="3646404"/>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6330328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712117" y="914400"/>
            <a:ext cx="14858999" cy="28575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712120" y="6606894"/>
            <a:ext cx="4792860"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Picture Placeholder 2"/>
          <p:cNvSpPr>
            <a:spLocks noGrp="1" noChangeAspect="1"/>
          </p:cNvSpPr>
          <p:nvPr>
            <p:ph type="pic" idx="15"/>
          </p:nvPr>
        </p:nvSpPr>
        <p:spPr>
          <a:xfrm>
            <a:off x="1712120" y="4000497"/>
            <a:ext cx="4792860"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712120" y="7471288"/>
            <a:ext cx="4792860" cy="1226765"/>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2" name="Text Placeholder 4"/>
          <p:cNvSpPr>
            <a:spLocks noGrp="1"/>
          </p:cNvSpPr>
          <p:nvPr>
            <p:ph type="body" sz="quarter" idx="3"/>
          </p:nvPr>
        </p:nvSpPr>
        <p:spPr>
          <a:xfrm>
            <a:off x="6733580" y="6606894"/>
            <a:ext cx="4800600"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3" name="Picture Placeholder 2"/>
          <p:cNvSpPr>
            <a:spLocks noGrp="1" noChangeAspect="1"/>
          </p:cNvSpPr>
          <p:nvPr>
            <p:ph type="pic" idx="21"/>
          </p:nvPr>
        </p:nvSpPr>
        <p:spPr>
          <a:xfrm>
            <a:off x="6733580" y="4000497"/>
            <a:ext cx="4798410"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6731390" y="7471286"/>
            <a:ext cx="4800600" cy="1215513"/>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5" name="Text Placeholder 4"/>
          <p:cNvSpPr>
            <a:spLocks noGrp="1"/>
          </p:cNvSpPr>
          <p:nvPr>
            <p:ph type="body" sz="quarter" idx="13"/>
          </p:nvPr>
        </p:nvSpPr>
        <p:spPr>
          <a:xfrm>
            <a:off x="11778851" y="6606893"/>
            <a:ext cx="4786112" cy="864393"/>
          </a:xfrm>
        </p:spPr>
        <p:txBody>
          <a:bodyPr anchor="b">
            <a:noAutofit/>
          </a:bodyPr>
          <a:lstStyle>
            <a:lvl1pPr marL="0" indent="0">
              <a:lnSpc>
                <a:spcPct val="90000"/>
              </a:lnSpc>
              <a:buNone/>
              <a:defRPr sz="3000" b="0" cap="all" baseline="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6" name="Picture Placeholder 2"/>
          <p:cNvSpPr>
            <a:spLocks noGrp="1" noChangeAspect="1"/>
          </p:cNvSpPr>
          <p:nvPr>
            <p:ph type="pic" idx="22"/>
          </p:nvPr>
        </p:nvSpPr>
        <p:spPr>
          <a:xfrm>
            <a:off x="11778664" y="4000497"/>
            <a:ext cx="4792454" cy="2286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11778663" y="7471281"/>
            <a:ext cx="4792452" cy="1215518"/>
          </a:xfrm>
        </p:spPr>
        <p:txBody>
          <a:bodyPr anchor="t">
            <a:normAutofit/>
          </a:bodyPr>
          <a:lstStyle>
            <a:lvl1pPr marL="0" indent="0">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2405394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101277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563601" y="914399"/>
            <a:ext cx="3007517" cy="777240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712115" y="914399"/>
            <a:ext cx="11622885" cy="77724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8/12/2024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931749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microsoft.com/office/2007/relationships/hdphoto" Target="../media/hdphoto1.wdp"/><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duotone>
              <a:schemeClr val="bg2">
                <a:shade val="88000"/>
                <a:hueMod val="106000"/>
                <a:satMod val="140000"/>
                <a:lumMod val="54000"/>
              </a:schemeClr>
              <a:schemeClr val="bg2">
                <a:tint val="98000"/>
                <a:hueMod val="90000"/>
                <a:satMod val="150000"/>
                <a:lumMod val="160000"/>
              </a:schemeClr>
            </a:duotone>
            <a:extLst>
              <a:ext uri="{BEBA8EAE-BF5A-486C-A8C5-ECC9F3942E4B}">
                <a14:imgProps xmlns:a14="http://schemas.microsoft.com/office/drawing/2010/main">
                  <a14:imgLayer r:embed="rId20">
                    <a14:imgEffect>
                      <a14:artisticChalkSketch/>
                    </a14:imgEffect>
                  </a14:imgLayer>
                </a14:imgProps>
              </a:ext>
            </a:extLst>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1">
            <a:alphaModFix amt="30000"/>
            <a:extLst>
              <a:ext uri="{28A0092B-C50C-407E-A947-70E740481C1C}">
                <a14:useLocalDpi xmlns:a14="http://schemas.microsoft.com/office/drawing/2010/main" val="0"/>
              </a:ext>
            </a:extLst>
          </a:blip>
          <a:srcRect/>
          <a:stretch>
            <a:fillRect/>
          </a:stretch>
        </p:blipFill>
        <p:spPr bwMode="auto">
          <a:xfrm>
            <a:off x="1" y="-1"/>
            <a:ext cx="18288005" cy="10287002"/>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21432" y="1"/>
            <a:ext cx="18080832" cy="10287002"/>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712120" y="927777"/>
            <a:ext cx="14858997" cy="2217855"/>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712119" y="3374230"/>
            <a:ext cx="14858999" cy="53125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85382" y="8824915"/>
            <a:ext cx="4114800" cy="547688"/>
          </a:xfrm>
          <a:prstGeom prst="rect">
            <a:avLst/>
          </a:prstGeom>
        </p:spPr>
        <p:txBody>
          <a:bodyPr vert="horz" lIns="91440" tIns="45720" rIns="91440" bIns="45720" rtlCol="0" anchor="ctr"/>
          <a:lstStyle>
            <a:lvl1pPr algn="r">
              <a:defRPr sz="1575">
                <a:solidFill>
                  <a:schemeClr val="tx1">
                    <a:tint val="75000"/>
                  </a:schemeClr>
                </a:solidFill>
              </a:defRPr>
            </a:lvl1pPr>
          </a:lstStyle>
          <a:p>
            <a:fld id="{1D8BD707-D9CF-40AE-B4C6-C98DA3205C09}" type="datetimeFigureOut">
              <a:rPr lang="en-US" smtClean="0"/>
              <a:pPr/>
              <a:t>8/12/2024</a:t>
            </a:fld>
            <a:endParaRPr lang="en-US" dirty="0"/>
          </a:p>
        </p:txBody>
      </p:sp>
      <p:sp>
        <p:nvSpPr>
          <p:cNvPr id="5" name="Footer Placeholder 4"/>
          <p:cNvSpPr>
            <a:spLocks noGrp="1"/>
          </p:cNvSpPr>
          <p:nvPr>
            <p:ph type="ftr" sz="quarter" idx="3"/>
          </p:nvPr>
        </p:nvSpPr>
        <p:spPr>
          <a:xfrm>
            <a:off x="1712117" y="8824913"/>
            <a:ext cx="9358964" cy="547688"/>
          </a:xfrm>
          <a:prstGeom prst="rect">
            <a:avLst/>
          </a:prstGeom>
        </p:spPr>
        <p:txBody>
          <a:bodyPr vert="horz" lIns="91440" tIns="45720" rIns="91440" bIns="45720" rtlCol="0" anchor="ctr"/>
          <a:lstStyle>
            <a:lvl1pPr algn="l">
              <a:defRPr sz="1575"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5414482" y="8824912"/>
            <a:ext cx="1156634" cy="547688"/>
          </a:xfrm>
          <a:prstGeom prst="rect">
            <a:avLst/>
          </a:prstGeom>
        </p:spPr>
        <p:txBody>
          <a:bodyPr vert="horz" lIns="91440" tIns="45720" rIns="91440" bIns="45720" rtlCol="0" anchor="ctr"/>
          <a:lstStyle>
            <a:lvl1pPr algn="r">
              <a:defRPr sz="1575">
                <a:solidFill>
                  <a:schemeClr val="tx1">
                    <a:tint val="75000"/>
                  </a:schemeClr>
                </a:solidFill>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4159957463"/>
      </p:ext>
    </p:extLst>
  </p:cSld>
  <p:clrMap bg1="dk1" tx1="lt1" bg2="dk2" tx2="lt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Lst>
  <p:txStyles>
    <p:titleStyle>
      <a:lvl1pPr algn="l" defTabSz="1371600" rtl="0" eaLnBrk="1" latinLnBrk="0" hangingPunct="1">
        <a:lnSpc>
          <a:spcPct val="90000"/>
        </a:lnSpc>
        <a:spcBef>
          <a:spcPct val="0"/>
        </a:spcBef>
        <a:buNone/>
        <a:defRPr sz="5400" kern="1200" cap="all" baseline="0">
          <a:solidFill>
            <a:schemeClr val="tx1"/>
          </a:solidFill>
          <a:latin typeface="+mj-lt"/>
          <a:ea typeface="+mj-ea"/>
          <a:cs typeface="+mj-cs"/>
        </a:defRPr>
      </a:lvl1pPr>
    </p:titleStyle>
    <p:bodyStyle>
      <a:lvl1pPr marL="342900" indent="-342900" algn="l" defTabSz="1371600" rtl="0" eaLnBrk="1" latinLnBrk="0" hangingPunct="1">
        <a:lnSpc>
          <a:spcPct val="120000"/>
        </a:lnSpc>
        <a:spcBef>
          <a:spcPts val="1500"/>
        </a:spcBef>
        <a:buSzPct val="125000"/>
        <a:buFont typeface="Arial" panose="020B0604020202020204" pitchFamily="34" charset="0"/>
        <a:buChar char="•"/>
        <a:defRPr sz="3600" kern="1200">
          <a:solidFill>
            <a:schemeClr val="tx1"/>
          </a:solidFill>
          <a:latin typeface="+mn-lt"/>
          <a:ea typeface="+mn-ea"/>
          <a:cs typeface="+mn-cs"/>
        </a:defRPr>
      </a:lvl1pPr>
      <a:lvl2pPr marL="1028700" indent="-342900" algn="l" defTabSz="1371600" rtl="0" eaLnBrk="1" latinLnBrk="0" hangingPunct="1">
        <a:lnSpc>
          <a:spcPct val="120000"/>
        </a:lnSpc>
        <a:spcBef>
          <a:spcPts val="750"/>
        </a:spcBef>
        <a:buSzPct val="125000"/>
        <a:buFont typeface="Arial" panose="020B0604020202020204" pitchFamily="34" charset="0"/>
        <a:buChar char="•"/>
        <a:defRPr sz="3000" kern="1200">
          <a:solidFill>
            <a:schemeClr val="tx1"/>
          </a:solidFill>
          <a:latin typeface="+mn-lt"/>
          <a:ea typeface="+mn-ea"/>
          <a:cs typeface="+mn-cs"/>
        </a:defRPr>
      </a:lvl2pPr>
      <a:lvl3pPr marL="1714500" indent="-342900" algn="l" defTabSz="1371600" rtl="0" eaLnBrk="1" latinLnBrk="0" hangingPunct="1">
        <a:lnSpc>
          <a:spcPct val="120000"/>
        </a:lnSpc>
        <a:spcBef>
          <a:spcPts val="750"/>
        </a:spcBef>
        <a:buSzPct val="125000"/>
        <a:buFont typeface="Arial" panose="020B0604020202020204" pitchFamily="34" charset="0"/>
        <a:buChar char="•"/>
        <a:defRPr sz="2700" kern="1200">
          <a:solidFill>
            <a:schemeClr val="tx1"/>
          </a:solidFill>
          <a:latin typeface="+mn-lt"/>
          <a:ea typeface="+mn-ea"/>
          <a:cs typeface="+mn-cs"/>
        </a:defRPr>
      </a:lvl3pPr>
      <a:lvl4pPr marL="2400300" indent="-342900" algn="l" defTabSz="1371600" rtl="0" eaLnBrk="1" latinLnBrk="0" hangingPunct="1">
        <a:lnSpc>
          <a:spcPct val="120000"/>
        </a:lnSpc>
        <a:spcBef>
          <a:spcPts val="750"/>
        </a:spcBef>
        <a:buSzPct val="125000"/>
        <a:buFont typeface="Arial" panose="020B0604020202020204" pitchFamily="34" charset="0"/>
        <a:buChar char="•"/>
        <a:defRPr sz="2400" kern="1200">
          <a:solidFill>
            <a:schemeClr val="tx1"/>
          </a:solidFill>
          <a:latin typeface="+mn-lt"/>
          <a:ea typeface="+mn-ea"/>
          <a:cs typeface="+mn-cs"/>
        </a:defRPr>
      </a:lvl4pPr>
      <a:lvl5pPr marL="3086100" indent="-342900" algn="l" defTabSz="1371600" rtl="0" eaLnBrk="1" latinLnBrk="0" hangingPunct="1">
        <a:lnSpc>
          <a:spcPct val="120000"/>
        </a:lnSpc>
        <a:spcBef>
          <a:spcPts val="750"/>
        </a:spcBef>
        <a:buSzPct val="125000"/>
        <a:buFont typeface="Arial" panose="020B0604020202020204" pitchFamily="34" charset="0"/>
        <a:buChar char="•"/>
        <a:defRPr sz="2400" kern="1200">
          <a:solidFill>
            <a:schemeClr val="tx1"/>
          </a:solidFill>
          <a:latin typeface="+mn-lt"/>
          <a:ea typeface="+mn-ea"/>
          <a:cs typeface="+mn-cs"/>
        </a:defRPr>
      </a:lvl5pPr>
      <a:lvl6pPr marL="37719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6pPr>
      <a:lvl7pPr marL="44577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7pPr>
      <a:lvl8pPr marL="51435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8pPr>
      <a:lvl9pPr marL="5829300" indent="-342900" algn="l" defTabSz="1371600" rtl="0" eaLnBrk="1" latinLnBrk="0" hangingPunct="1">
        <a:lnSpc>
          <a:spcPct val="120000"/>
        </a:lnSpc>
        <a:spcBef>
          <a:spcPts val="750"/>
        </a:spcBef>
        <a:buSzPct val="125000"/>
        <a:buFont typeface="Arial" panose="020B0604020202020204" pitchFamily="34" charset="0"/>
        <a:buChar char="•"/>
        <a:defRPr sz="21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55036" y="2400300"/>
            <a:ext cx="12792011" cy="1477328"/>
          </a:xfrm>
          <a:prstGeom prst="rect">
            <a:avLst/>
          </a:prstGeom>
          <a:ln w="57150">
            <a:solidFill>
              <a:schemeClr val="tx1"/>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lIns="0" tIns="0" rIns="0" bIns="0" rtlCol="0" anchor="t">
            <a:spAutoFit/>
          </a:bodyPr>
          <a:lstStyle/>
          <a:p>
            <a:pPr algn="l"/>
            <a:r>
              <a:rPr lang="en" sz="9600" dirty="0">
                <a:solidFill>
                  <a:schemeClr val="bg1">
                    <a:lumMod val="95000"/>
                    <a:lumOff val="5000"/>
                  </a:schemeClr>
                </a:solidFill>
              </a:rPr>
              <a:t> Doctor and Patient Portal</a:t>
            </a:r>
            <a:endParaRPr lang="en-US" sz="5658" b="1" dirty="0">
              <a:solidFill>
                <a:schemeClr val="bg1">
                  <a:lumMod val="95000"/>
                  <a:lumOff val="5000"/>
                </a:schemeClr>
              </a:solidFill>
              <a:latin typeface="DM Sans Bold"/>
            </a:endParaRPr>
          </a:p>
        </p:txBody>
      </p:sp>
      <p:sp>
        <p:nvSpPr>
          <p:cNvPr id="6" name="TextBox 6"/>
          <p:cNvSpPr txBox="1"/>
          <p:nvPr/>
        </p:nvSpPr>
        <p:spPr>
          <a:xfrm>
            <a:off x="2694472" y="7537907"/>
            <a:ext cx="15357491" cy="2154436"/>
          </a:xfrm>
          <a:prstGeom prst="rect">
            <a:avLst/>
          </a:prstGeom>
        </p:spPr>
        <p:txBody>
          <a:bodyPr lIns="0" tIns="0" rIns="0" bIns="0" rtlCol="0" anchor="t">
            <a:spAutoFit/>
          </a:bodyPr>
          <a:lstStyle/>
          <a:p>
            <a:pPr algn="r">
              <a:lnSpc>
                <a:spcPts val="4200"/>
              </a:lnSpc>
            </a:pPr>
            <a:r>
              <a:rPr lang="en-US" sz="4000" dirty="0">
                <a:solidFill>
                  <a:srgbClr val="FFC000"/>
                </a:solidFill>
                <a:latin typeface="Libre Baskerville Bold"/>
              </a:rPr>
              <a:t>Presented by:</a:t>
            </a:r>
            <a:r>
              <a:rPr lang="en-US" sz="3500" dirty="0">
                <a:solidFill>
                  <a:schemeClr val="tx1">
                    <a:lumMod val="95000"/>
                  </a:schemeClr>
                </a:solidFill>
                <a:latin typeface="Libre Baskerville Bold"/>
              </a:rPr>
              <a:t> </a:t>
            </a:r>
          </a:p>
          <a:p>
            <a:pPr algn="r">
              <a:lnSpc>
                <a:spcPts val="4200"/>
              </a:lnSpc>
            </a:pPr>
            <a:r>
              <a:rPr lang="en-US" sz="3500" dirty="0">
                <a:solidFill>
                  <a:schemeClr val="tx1">
                    <a:lumMod val="95000"/>
                  </a:schemeClr>
                </a:solidFill>
                <a:latin typeface="Libre Baskerville Bold"/>
              </a:rPr>
              <a:t>Mohammed  Salman Naveed-160921748015</a:t>
            </a:r>
          </a:p>
          <a:p>
            <a:pPr algn="r">
              <a:lnSpc>
                <a:spcPts val="4200"/>
              </a:lnSpc>
            </a:pPr>
            <a:r>
              <a:rPr lang="en-US" sz="3500" dirty="0" err="1">
                <a:solidFill>
                  <a:schemeClr val="tx1">
                    <a:lumMod val="95000"/>
                  </a:schemeClr>
                </a:solidFill>
                <a:latin typeface="Libre Baskerville Bold"/>
              </a:rPr>
              <a:t>Aasim</a:t>
            </a:r>
            <a:r>
              <a:rPr lang="en-US" sz="3500" dirty="0">
                <a:solidFill>
                  <a:schemeClr val="tx1">
                    <a:lumMod val="95000"/>
                  </a:schemeClr>
                </a:solidFill>
                <a:latin typeface="Libre Baskerville Bold"/>
              </a:rPr>
              <a:t> Ansari-160921748039</a:t>
            </a:r>
          </a:p>
          <a:p>
            <a:pPr algn="r">
              <a:lnSpc>
                <a:spcPts val="4200"/>
              </a:lnSpc>
            </a:pPr>
            <a:r>
              <a:rPr lang="en-US" sz="3500" dirty="0">
                <a:solidFill>
                  <a:schemeClr val="tx1">
                    <a:lumMod val="95000"/>
                  </a:schemeClr>
                </a:solidFill>
                <a:latin typeface="Libre Baskerville Bold"/>
              </a:rPr>
              <a:t>Amaan Ahmed-160921748043</a:t>
            </a:r>
          </a:p>
        </p:txBody>
      </p:sp>
      <p:sp>
        <p:nvSpPr>
          <p:cNvPr id="7" name="TextBox 7"/>
          <p:cNvSpPr txBox="1"/>
          <p:nvPr/>
        </p:nvSpPr>
        <p:spPr>
          <a:xfrm>
            <a:off x="555036" y="7537907"/>
            <a:ext cx="6735405" cy="2154436"/>
          </a:xfrm>
          <a:prstGeom prst="rect">
            <a:avLst/>
          </a:prstGeom>
        </p:spPr>
        <p:txBody>
          <a:bodyPr lIns="0" tIns="0" rIns="0" bIns="0" rtlCol="0" anchor="t">
            <a:spAutoFit/>
          </a:bodyPr>
          <a:lstStyle/>
          <a:p>
            <a:pPr algn="l">
              <a:lnSpc>
                <a:spcPts val="4200"/>
              </a:lnSpc>
            </a:pPr>
            <a:r>
              <a:rPr lang="en-US" sz="3500" dirty="0">
                <a:solidFill>
                  <a:srgbClr val="FFC000"/>
                </a:solidFill>
                <a:latin typeface="Libre Baskerville Bold"/>
              </a:rPr>
              <a:t>Under the guidance of:</a:t>
            </a:r>
          </a:p>
          <a:p>
            <a:pPr algn="l">
              <a:lnSpc>
                <a:spcPts val="4200"/>
              </a:lnSpc>
            </a:pPr>
            <a:r>
              <a:rPr lang="en-US" sz="3500" b="1" dirty="0">
                <a:solidFill>
                  <a:schemeClr val="tx1">
                    <a:lumMod val="95000"/>
                  </a:schemeClr>
                </a:solidFill>
                <a:latin typeface="Libre Baskerville Bold"/>
              </a:rPr>
              <a:t>Ms. </a:t>
            </a:r>
            <a:r>
              <a:rPr lang="en-US" sz="3500" b="1" dirty="0" err="1">
                <a:solidFill>
                  <a:schemeClr val="tx1">
                    <a:lumMod val="95000"/>
                  </a:schemeClr>
                </a:solidFill>
                <a:latin typeface="Libre Baskerville Bold"/>
              </a:rPr>
              <a:t>Raheela</a:t>
            </a:r>
            <a:r>
              <a:rPr lang="en-US" sz="3500" b="1" dirty="0">
                <a:solidFill>
                  <a:schemeClr val="tx1">
                    <a:lumMod val="95000"/>
                  </a:schemeClr>
                </a:solidFill>
                <a:latin typeface="Libre Baskerville Bold"/>
              </a:rPr>
              <a:t> Tabassum</a:t>
            </a:r>
          </a:p>
          <a:p>
            <a:pPr algn="l">
              <a:lnSpc>
                <a:spcPts val="4200"/>
              </a:lnSpc>
            </a:pPr>
            <a:r>
              <a:rPr lang="en-US" sz="3500" b="1" dirty="0">
                <a:solidFill>
                  <a:schemeClr val="tx1">
                    <a:lumMod val="95000"/>
                  </a:schemeClr>
                </a:solidFill>
                <a:latin typeface="Libre Baskerville Bold"/>
              </a:rPr>
              <a:t>Assistant Professor</a:t>
            </a:r>
          </a:p>
          <a:p>
            <a:pPr algn="l">
              <a:lnSpc>
                <a:spcPts val="4200"/>
              </a:lnSpc>
            </a:pPr>
            <a:r>
              <a:rPr lang="en-US" sz="3500" dirty="0">
                <a:solidFill>
                  <a:srgbClr val="FFC000"/>
                </a:solidFill>
                <a:latin typeface="Libre Baskerville Bold"/>
              </a:rPr>
              <a:t>(CSE-AI&amp;ML)</a:t>
            </a:r>
          </a:p>
        </p:txBody>
      </p:sp>
      <p:pic>
        <p:nvPicPr>
          <p:cNvPr id="9" name="Picture 8">
            <a:extLst>
              <a:ext uri="{FF2B5EF4-FFF2-40B4-BE49-F238E27FC236}">
                <a16:creationId xmlns:a16="http://schemas.microsoft.com/office/drawing/2014/main" id="{99160F6A-6467-4CCF-8DBD-437FB629309D}"/>
              </a:ext>
            </a:extLst>
          </p:cNvPr>
          <p:cNvPicPr>
            <a:picLocks noChangeAspect="1"/>
          </p:cNvPicPr>
          <p:nvPr/>
        </p:nvPicPr>
        <p:blipFill rotWithShape="1">
          <a:blip r:embed="rId2">
            <a:extLst>
              <a:ext uri="{28A0092B-C50C-407E-A947-70E740481C1C}">
                <a14:useLocalDpi xmlns:a14="http://schemas.microsoft.com/office/drawing/2010/main" val="0"/>
              </a:ext>
            </a:extLst>
          </a:blip>
          <a:srcRect l="1" t="4080" r="-464"/>
          <a:stretch/>
        </p:blipFill>
        <p:spPr>
          <a:xfrm>
            <a:off x="522977" y="266700"/>
            <a:ext cx="1915423" cy="1828800"/>
          </a:xfrm>
          <a:prstGeom prst="ellipse">
            <a:avLst/>
          </a:prstGeom>
          <a:ln>
            <a:noFill/>
          </a:ln>
          <a:effectLst>
            <a:softEdge rad="11250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13034" y="1189186"/>
            <a:ext cx="9060620" cy="1201699"/>
          </a:xfrm>
          <a:prstGeom prst="rect">
            <a:avLst/>
          </a:prstGeom>
        </p:spPr>
        <p:txBody>
          <a:bodyPr wrap="square" lIns="0" tIns="0" rIns="0" bIns="0" rtlCol="0" anchor="t">
            <a:spAutoFit/>
          </a:bodyPr>
          <a:lstStyle/>
          <a:p>
            <a:pPr algn="ctr">
              <a:lnSpc>
                <a:spcPts val="9060"/>
              </a:lnSpc>
            </a:pPr>
            <a:r>
              <a:rPr lang="en-US" sz="8000" dirty="0">
                <a:solidFill>
                  <a:srgbClr val="000000"/>
                </a:solidFill>
                <a:latin typeface="Le Jour Serif"/>
              </a:rPr>
              <a:t>Overview</a:t>
            </a:r>
          </a:p>
        </p:txBody>
      </p:sp>
      <p:sp>
        <p:nvSpPr>
          <p:cNvPr id="6" name="TextBox 6"/>
          <p:cNvSpPr txBox="1"/>
          <p:nvPr/>
        </p:nvSpPr>
        <p:spPr>
          <a:xfrm>
            <a:off x="3014603" y="4482096"/>
            <a:ext cx="4027887" cy="395749"/>
          </a:xfrm>
          <a:prstGeom prst="rect">
            <a:avLst/>
          </a:prstGeom>
        </p:spPr>
        <p:txBody>
          <a:bodyPr wrap="square" lIns="0" tIns="0" rIns="0" bIns="0" rtlCol="0" anchor="t">
            <a:spAutoFit/>
          </a:bodyPr>
          <a:lstStyle/>
          <a:p>
            <a:pPr algn="l">
              <a:lnSpc>
                <a:spcPts val="3000"/>
              </a:lnSpc>
            </a:pPr>
            <a:r>
              <a:rPr lang="en-US" sz="3200">
                <a:solidFill>
                  <a:schemeClr val="tx1">
                    <a:lumMod val="95000"/>
                  </a:schemeClr>
                </a:solidFill>
                <a:latin typeface="Libre Baskerville"/>
              </a:rPr>
              <a:t>Introduction</a:t>
            </a:r>
          </a:p>
        </p:txBody>
      </p:sp>
      <p:sp>
        <p:nvSpPr>
          <p:cNvPr id="7" name="TextBox 7"/>
          <p:cNvSpPr txBox="1"/>
          <p:nvPr/>
        </p:nvSpPr>
        <p:spPr>
          <a:xfrm>
            <a:off x="2966978" y="6683537"/>
            <a:ext cx="3804848" cy="395749"/>
          </a:xfrm>
          <a:prstGeom prst="rect">
            <a:avLst/>
          </a:prstGeom>
        </p:spPr>
        <p:txBody>
          <a:bodyPr wrap="square" lIns="0" tIns="0" rIns="0" bIns="0" rtlCol="0" anchor="t">
            <a:spAutoFit/>
          </a:bodyPr>
          <a:lstStyle/>
          <a:p>
            <a:pPr algn="l">
              <a:lnSpc>
                <a:spcPts val="3000"/>
              </a:lnSpc>
            </a:pPr>
            <a:r>
              <a:rPr lang="en-US" sz="3200" dirty="0">
                <a:solidFill>
                  <a:schemeClr val="tx1">
                    <a:lumMod val="95000"/>
                  </a:schemeClr>
                </a:solidFill>
                <a:latin typeface="Libre Baskerville"/>
              </a:rPr>
              <a:t>Proposed System</a:t>
            </a:r>
          </a:p>
        </p:txBody>
      </p:sp>
      <p:sp>
        <p:nvSpPr>
          <p:cNvPr id="8" name="TextBox 8"/>
          <p:cNvSpPr txBox="1"/>
          <p:nvPr/>
        </p:nvSpPr>
        <p:spPr>
          <a:xfrm>
            <a:off x="7375010" y="4495929"/>
            <a:ext cx="4999921" cy="376513"/>
          </a:xfrm>
          <a:prstGeom prst="rect">
            <a:avLst/>
          </a:prstGeom>
        </p:spPr>
        <p:txBody>
          <a:bodyPr wrap="square" lIns="0" tIns="0" rIns="0" bIns="0" rtlCol="0" anchor="t">
            <a:spAutoFit/>
          </a:bodyPr>
          <a:lstStyle/>
          <a:p>
            <a:pPr algn="l">
              <a:lnSpc>
                <a:spcPts val="2800"/>
              </a:lnSpc>
            </a:pPr>
            <a:r>
              <a:rPr lang="en-US" sz="3200" dirty="0">
                <a:solidFill>
                  <a:schemeClr val="tx1">
                    <a:lumMod val="95000"/>
                  </a:schemeClr>
                </a:solidFill>
                <a:latin typeface="Libre Baskerville"/>
              </a:rPr>
              <a:t>System Requirements</a:t>
            </a:r>
          </a:p>
        </p:txBody>
      </p:sp>
      <p:sp>
        <p:nvSpPr>
          <p:cNvPr id="9" name="TextBox 9"/>
          <p:cNvSpPr txBox="1"/>
          <p:nvPr/>
        </p:nvSpPr>
        <p:spPr>
          <a:xfrm>
            <a:off x="7430403" y="5240233"/>
            <a:ext cx="4027887" cy="395749"/>
          </a:xfrm>
          <a:prstGeom prst="rect">
            <a:avLst/>
          </a:prstGeom>
        </p:spPr>
        <p:txBody>
          <a:bodyPr wrap="square" lIns="0" tIns="0" rIns="0" bIns="0" rtlCol="0" anchor="t">
            <a:spAutoFit/>
          </a:bodyPr>
          <a:lstStyle/>
          <a:p>
            <a:pPr algn="l">
              <a:lnSpc>
                <a:spcPts val="3000"/>
              </a:lnSpc>
            </a:pPr>
            <a:r>
              <a:rPr lang="en-US" sz="3200" dirty="0">
                <a:solidFill>
                  <a:schemeClr val="tx1">
                    <a:lumMod val="95000"/>
                  </a:schemeClr>
                </a:solidFill>
                <a:latin typeface="Libre Baskerville"/>
              </a:rPr>
              <a:t>Methodology</a:t>
            </a:r>
          </a:p>
        </p:txBody>
      </p:sp>
      <p:sp>
        <p:nvSpPr>
          <p:cNvPr id="10" name="TextBox 10"/>
          <p:cNvSpPr txBox="1"/>
          <p:nvPr/>
        </p:nvSpPr>
        <p:spPr>
          <a:xfrm>
            <a:off x="7430403" y="6000382"/>
            <a:ext cx="4319044" cy="395749"/>
          </a:xfrm>
          <a:prstGeom prst="rect">
            <a:avLst/>
          </a:prstGeom>
        </p:spPr>
        <p:txBody>
          <a:bodyPr wrap="square" lIns="0" tIns="0" rIns="0" bIns="0" rtlCol="0" anchor="t">
            <a:spAutoFit/>
          </a:bodyPr>
          <a:lstStyle/>
          <a:p>
            <a:pPr algn="l">
              <a:lnSpc>
                <a:spcPts val="3000"/>
              </a:lnSpc>
            </a:pPr>
            <a:r>
              <a:rPr lang="en-US" sz="3200" dirty="0">
                <a:solidFill>
                  <a:schemeClr val="tx1">
                    <a:lumMod val="95000"/>
                  </a:schemeClr>
                </a:solidFill>
                <a:latin typeface="Libre Baskerville"/>
              </a:rPr>
              <a:t>Implementation</a:t>
            </a:r>
          </a:p>
        </p:txBody>
      </p:sp>
      <p:sp>
        <p:nvSpPr>
          <p:cNvPr id="11" name="TextBox 11"/>
          <p:cNvSpPr txBox="1"/>
          <p:nvPr/>
        </p:nvSpPr>
        <p:spPr>
          <a:xfrm>
            <a:off x="7430403" y="6683537"/>
            <a:ext cx="4027887" cy="395749"/>
          </a:xfrm>
          <a:prstGeom prst="rect">
            <a:avLst/>
          </a:prstGeom>
        </p:spPr>
        <p:txBody>
          <a:bodyPr wrap="square" lIns="0" tIns="0" rIns="0" bIns="0" rtlCol="0" anchor="t">
            <a:spAutoFit/>
          </a:bodyPr>
          <a:lstStyle/>
          <a:p>
            <a:pPr algn="l">
              <a:lnSpc>
                <a:spcPts val="3000"/>
              </a:lnSpc>
            </a:pPr>
            <a:r>
              <a:rPr lang="en-US" sz="3200" dirty="0">
                <a:solidFill>
                  <a:schemeClr val="tx1">
                    <a:lumMod val="95000"/>
                  </a:schemeClr>
                </a:solidFill>
                <a:latin typeface="Libre Baskerville"/>
              </a:rPr>
              <a:t>Result</a:t>
            </a:r>
          </a:p>
        </p:txBody>
      </p:sp>
      <p:sp>
        <p:nvSpPr>
          <p:cNvPr id="12" name="TextBox 12"/>
          <p:cNvSpPr txBox="1"/>
          <p:nvPr/>
        </p:nvSpPr>
        <p:spPr>
          <a:xfrm>
            <a:off x="12928837" y="4472392"/>
            <a:ext cx="4027887" cy="400050"/>
          </a:xfrm>
          <a:prstGeom prst="rect">
            <a:avLst/>
          </a:prstGeom>
        </p:spPr>
        <p:txBody>
          <a:bodyPr wrap="square" lIns="0" tIns="0" rIns="0" bIns="0" rtlCol="0" anchor="t">
            <a:spAutoFit/>
          </a:bodyPr>
          <a:lstStyle/>
          <a:p>
            <a:pPr algn="l">
              <a:lnSpc>
                <a:spcPts val="3000"/>
              </a:lnSpc>
            </a:pPr>
            <a:r>
              <a:rPr lang="en-US" sz="3200" dirty="0">
                <a:solidFill>
                  <a:schemeClr val="tx1">
                    <a:lumMod val="95000"/>
                  </a:schemeClr>
                </a:solidFill>
                <a:latin typeface="Libre Baskerville"/>
              </a:rPr>
              <a:t>Conclusion</a:t>
            </a:r>
          </a:p>
        </p:txBody>
      </p:sp>
      <p:sp>
        <p:nvSpPr>
          <p:cNvPr id="13" name="TextBox 13"/>
          <p:cNvSpPr txBox="1"/>
          <p:nvPr/>
        </p:nvSpPr>
        <p:spPr>
          <a:xfrm>
            <a:off x="12928837" y="5187582"/>
            <a:ext cx="4027887" cy="400050"/>
          </a:xfrm>
          <a:prstGeom prst="rect">
            <a:avLst/>
          </a:prstGeom>
        </p:spPr>
        <p:txBody>
          <a:bodyPr wrap="square" lIns="0" tIns="0" rIns="0" bIns="0" rtlCol="0" anchor="t">
            <a:spAutoFit/>
          </a:bodyPr>
          <a:lstStyle/>
          <a:p>
            <a:pPr algn="l">
              <a:lnSpc>
                <a:spcPts val="3000"/>
              </a:lnSpc>
            </a:pPr>
            <a:r>
              <a:rPr lang="en-US" sz="3200" dirty="0">
                <a:solidFill>
                  <a:schemeClr val="tx1">
                    <a:lumMod val="95000"/>
                  </a:schemeClr>
                </a:solidFill>
                <a:latin typeface="Libre Baskerville"/>
              </a:rPr>
              <a:t>Future Scope</a:t>
            </a:r>
          </a:p>
        </p:txBody>
      </p:sp>
      <p:sp>
        <p:nvSpPr>
          <p:cNvPr id="14" name="TextBox 14"/>
          <p:cNvSpPr txBox="1"/>
          <p:nvPr/>
        </p:nvSpPr>
        <p:spPr>
          <a:xfrm>
            <a:off x="2118519" y="4447171"/>
            <a:ext cx="904769" cy="448841"/>
          </a:xfrm>
          <a:prstGeom prst="rect">
            <a:avLst/>
          </a:prstGeom>
        </p:spPr>
        <p:txBody>
          <a:bodyPr wrap="square" lIns="0" tIns="0" rIns="0" bIns="0" rtlCol="0" anchor="t">
            <a:spAutoFit/>
          </a:bodyPr>
          <a:lstStyle/>
          <a:p>
            <a:pPr algn="ctr">
              <a:lnSpc>
                <a:spcPts val="3500"/>
              </a:lnSpc>
            </a:pPr>
            <a:r>
              <a:rPr lang="en-US" sz="3600" dirty="0">
                <a:solidFill>
                  <a:schemeClr val="tx1">
                    <a:lumMod val="95000"/>
                  </a:schemeClr>
                </a:solidFill>
                <a:latin typeface="Yeseva One"/>
              </a:rPr>
              <a:t>01</a:t>
            </a:r>
          </a:p>
        </p:txBody>
      </p:sp>
      <p:sp>
        <p:nvSpPr>
          <p:cNvPr id="15" name="TextBox 15"/>
          <p:cNvSpPr txBox="1"/>
          <p:nvPr/>
        </p:nvSpPr>
        <p:spPr>
          <a:xfrm>
            <a:off x="2118519" y="5187582"/>
            <a:ext cx="904769" cy="448841"/>
          </a:xfrm>
          <a:prstGeom prst="rect">
            <a:avLst/>
          </a:prstGeom>
        </p:spPr>
        <p:txBody>
          <a:bodyPr wrap="square" lIns="0" tIns="0" rIns="0" bIns="0" rtlCol="0" anchor="t">
            <a:spAutoFit/>
          </a:bodyPr>
          <a:lstStyle/>
          <a:p>
            <a:pPr algn="ctr">
              <a:lnSpc>
                <a:spcPts val="3500"/>
              </a:lnSpc>
            </a:pPr>
            <a:r>
              <a:rPr lang="en-US" sz="3600">
                <a:solidFill>
                  <a:schemeClr val="tx1">
                    <a:lumMod val="95000"/>
                  </a:schemeClr>
                </a:solidFill>
                <a:latin typeface="Yeseva One"/>
              </a:rPr>
              <a:t>02</a:t>
            </a:r>
          </a:p>
        </p:txBody>
      </p:sp>
      <p:sp>
        <p:nvSpPr>
          <p:cNvPr id="16" name="TextBox 16"/>
          <p:cNvSpPr txBox="1"/>
          <p:nvPr/>
        </p:nvSpPr>
        <p:spPr>
          <a:xfrm>
            <a:off x="2118519" y="5930532"/>
            <a:ext cx="904769" cy="448841"/>
          </a:xfrm>
          <a:prstGeom prst="rect">
            <a:avLst/>
          </a:prstGeom>
        </p:spPr>
        <p:txBody>
          <a:bodyPr wrap="square" lIns="0" tIns="0" rIns="0" bIns="0" rtlCol="0" anchor="t">
            <a:spAutoFit/>
          </a:bodyPr>
          <a:lstStyle/>
          <a:p>
            <a:pPr algn="ctr">
              <a:lnSpc>
                <a:spcPts val="3500"/>
              </a:lnSpc>
            </a:pPr>
            <a:r>
              <a:rPr lang="en-US" sz="3600" dirty="0">
                <a:solidFill>
                  <a:schemeClr val="tx1">
                    <a:lumMod val="95000"/>
                  </a:schemeClr>
                </a:solidFill>
                <a:latin typeface="Yeseva One"/>
              </a:rPr>
              <a:t>03 </a:t>
            </a:r>
          </a:p>
        </p:txBody>
      </p:sp>
      <p:sp>
        <p:nvSpPr>
          <p:cNvPr id="17" name="TextBox 17"/>
          <p:cNvSpPr txBox="1"/>
          <p:nvPr/>
        </p:nvSpPr>
        <p:spPr>
          <a:xfrm>
            <a:off x="2118519" y="6667132"/>
            <a:ext cx="904769" cy="448841"/>
          </a:xfrm>
          <a:prstGeom prst="rect">
            <a:avLst/>
          </a:prstGeom>
        </p:spPr>
        <p:txBody>
          <a:bodyPr wrap="square" lIns="0" tIns="0" rIns="0" bIns="0" rtlCol="0" anchor="t">
            <a:spAutoFit/>
          </a:bodyPr>
          <a:lstStyle/>
          <a:p>
            <a:pPr algn="ctr">
              <a:lnSpc>
                <a:spcPts val="3500"/>
              </a:lnSpc>
            </a:pPr>
            <a:r>
              <a:rPr lang="en-US" sz="3600" dirty="0">
                <a:solidFill>
                  <a:schemeClr val="tx1">
                    <a:lumMod val="95000"/>
                  </a:schemeClr>
                </a:solidFill>
                <a:latin typeface="Yeseva One"/>
              </a:rPr>
              <a:t>04</a:t>
            </a:r>
          </a:p>
        </p:txBody>
      </p:sp>
      <p:sp>
        <p:nvSpPr>
          <p:cNvPr id="18" name="TextBox 18"/>
          <p:cNvSpPr txBox="1"/>
          <p:nvPr/>
        </p:nvSpPr>
        <p:spPr>
          <a:xfrm>
            <a:off x="6535019" y="4447171"/>
            <a:ext cx="904769" cy="448841"/>
          </a:xfrm>
          <a:prstGeom prst="rect">
            <a:avLst/>
          </a:prstGeom>
        </p:spPr>
        <p:txBody>
          <a:bodyPr wrap="square" lIns="0" tIns="0" rIns="0" bIns="0" rtlCol="0" anchor="t">
            <a:spAutoFit/>
          </a:bodyPr>
          <a:lstStyle/>
          <a:p>
            <a:pPr algn="ctr">
              <a:lnSpc>
                <a:spcPts val="3500"/>
              </a:lnSpc>
            </a:pPr>
            <a:r>
              <a:rPr lang="en-US" sz="3600">
                <a:solidFill>
                  <a:schemeClr val="tx1">
                    <a:lumMod val="95000"/>
                  </a:schemeClr>
                </a:solidFill>
                <a:latin typeface="Yeseva One"/>
              </a:rPr>
              <a:t>05</a:t>
            </a:r>
          </a:p>
        </p:txBody>
      </p:sp>
      <p:sp>
        <p:nvSpPr>
          <p:cNvPr id="19" name="TextBox 19"/>
          <p:cNvSpPr txBox="1"/>
          <p:nvPr/>
        </p:nvSpPr>
        <p:spPr>
          <a:xfrm>
            <a:off x="6535019" y="5187582"/>
            <a:ext cx="904769" cy="448841"/>
          </a:xfrm>
          <a:prstGeom prst="rect">
            <a:avLst/>
          </a:prstGeom>
        </p:spPr>
        <p:txBody>
          <a:bodyPr wrap="square" lIns="0" tIns="0" rIns="0" bIns="0" rtlCol="0" anchor="t">
            <a:spAutoFit/>
          </a:bodyPr>
          <a:lstStyle/>
          <a:p>
            <a:pPr algn="ctr">
              <a:lnSpc>
                <a:spcPts val="3500"/>
              </a:lnSpc>
            </a:pPr>
            <a:r>
              <a:rPr lang="en-US" sz="3600">
                <a:solidFill>
                  <a:schemeClr val="tx1">
                    <a:lumMod val="95000"/>
                  </a:schemeClr>
                </a:solidFill>
                <a:latin typeface="Yeseva One"/>
              </a:rPr>
              <a:t>06</a:t>
            </a:r>
          </a:p>
        </p:txBody>
      </p:sp>
      <p:sp>
        <p:nvSpPr>
          <p:cNvPr id="20" name="TextBox 20"/>
          <p:cNvSpPr txBox="1"/>
          <p:nvPr/>
        </p:nvSpPr>
        <p:spPr>
          <a:xfrm>
            <a:off x="6535019" y="5930532"/>
            <a:ext cx="904769" cy="448841"/>
          </a:xfrm>
          <a:prstGeom prst="rect">
            <a:avLst/>
          </a:prstGeom>
        </p:spPr>
        <p:txBody>
          <a:bodyPr wrap="square" lIns="0" tIns="0" rIns="0" bIns="0" rtlCol="0" anchor="t">
            <a:spAutoFit/>
          </a:bodyPr>
          <a:lstStyle/>
          <a:p>
            <a:pPr algn="ctr">
              <a:lnSpc>
                <a:spcPts val="3500"/>
              </a:lnSpc>
            </a:pPr>
            <a:r>
              <a:rPr lang="en-US" sz="3600">
                <a:solidFill>
                  <a:schemeClr val="tx1">
                    <a:lumMod val="95000"/>
                  </a:schemeClr>
                </a:solidFill>
                <a:latin typeface="Yeseva One"/>
              </a:rPr>
              <a:t>07</a:t>
            </a:r>
          </a:p>
        </p:txBody>
      </p:sp>
      <p:sp>
        <p:nvSpPr>
          <p:cNvPr id="21" name="TextBox 21"/>
          <p:cNvSpPr txBox="1"/>
          <p:nvPr/>
        </p:nvSpPr>
        <p:spPr>
          <a:xfrm>
            <a:off x="6535019" y="6667132"/>
            <a:ext cx="904769" cy="448841"/>
          </a:xfrm>
          <a:prstGeom prst="rect">
            <a:avLst/>
          </a:prstGeom>
        </p:spPr>
        <p:txBody>
          <a:bodyPr wrap="square" lIns="0" tIns="0" rIns="0" bIns="0" rtlCol="0" anchor="t">
            <a:spAutoFit/>
          </a:bodyPr>
          <a:lstStyle/>
          <a:p>
            <a:pPr algn="ctr">
              <a:lnSpc>
                <a:spcPts val="3500"/>
              </a:lnSpc>
            </a:pPr>
            <a:r>
              <a:rPr lang="en-US" sz="3600" dirty="0">
                <a:solidFill>
                  <a:schemeClr val="tx1">
                    <a:lumMod val="95000"/>
                  </a:schemeClr>
                </a:solidFill>
                <a:latin typeface="Yeseva One"/>
              </a:rPr>
              <a:t>08</a:t>
            </a:r>
          </a:p>
        </p:txBody>
      </p:sp>
      <p:sp>
        <p:nvSpPr>
          <p:cNvPr id="22" name="TextBox 22"/>
          <p:cNvSpPr txBox="1"/>
          <p:nvPr/>
        </p:nvSpPr>
        <p:spPr>
          <a:xfrm>
            <a:off x="12021581" y="4449828"/>
            <a:ext cx="904769" cy="448841"/>
          </a:xfrm>
          <a:prstGeom prst="rect">
            <a:avLst/>
          </a:prstGeom>
        </p:spPr>
        <p:txBody>
          <a:bodyPr wrap="square" lIns="0" tIns="0" rIns="0" bIns="0" rtlCol="0" anchor="t">
            <a:spAutoFit/>
          </a:bodyPr>
          <a:lstStyle/>
          <a:p>
            <a:pPr algn="ctr">
              <a:lnSpc>
                <a:spcPts val="3500"/>
              </a:lnSpc>
            </a:pPr>
            <a:r>
              <a:rPr lang="en-US" sz="3600">
                <a:solidFill>
                  <a:schemeClr val="tx1">
                    <a:lumMod val="95000"/>
                  </a:schemeClr>
                </a:solidFill>
                <a:latin typeface="Yeseva One"/>
              </a:rPr>
              <a:t>09</a:t>
            </a:r>
          </a:p>
        </p:txBody>
      </p:sp>
      <p:sp>
        <p:nvSpPr>
          <p:cNvPr id="23" name="TextBox 23"/>
          <p:cNvSpPr txBox="1"/>
          <p:nvPr/>
        </p:nvSpPr>
        <p:spPr>
          <a:xfrm>
            <a:off x="12027024" y="5143500"/>
            <a:ext cx="904769" cy="448841"/>
          </a:xfrm>
          <a:prstGeom prst="rect">
            <a:avLst/>
          </a:prstGeom>
        </p:spPr>
        <p:txBody>
          <a:bodyPr wrap="square" lIns="0" tIns="0" rIns="0" bIns="0" rtlCol="0" anchor="t">
            <a:spAutoFit/>
          </a:bodyPr>
          <a:lstStyle/>
          <a:p>
            <a:pPr algn="ctr">
              <a:lnSpc>
                <a:spcPts val="3500"/>
              </a:lnSpc>
            </a:pPr>
            <a:r>
              <a:rPr lang="en-US" sz="3600" dirty="0">
                <a:solidFill>
                  <a:schemeClr val="tx1">
                    <a:lumMod val="95000"/>
                  </a:schemeClr>
                </a:solidFill>
                <a:latin typeface="Yeseva One"/>
              </a:rPr>
              <a:t>10</a:t>
            </a:r>
          </a:p>
        </p:txBody>
      </p:sp>
      <p:sp>
        <p:nvSpPr>
          <p:cNvPr id="24" name="TextBox 24"/>
          <p:cNvSpPr txBox="1"/>
          <p:nvPr/>
        </p:nvSpPr>
        <p:spPr>
          <a:xfrm>
            <a:off x="2658958" y="5266953"/>
            <a:ext cx="2285346" cy="395749"/>
          </a:xfrm>
          <a:prstGeom prst="rect">
            <a:avLst/>
          </a:prstGeom>
        </p:spPr>
        <p:txBody>
          <a:bodyPr wrap="square" lIns="0" tIns="0" rIns="0" bIns="0" rtlCol="0" anchor="t">
            <a:spAutoFit/>
          </a:bodyPr>
          <a:lstStyle/>
          <a:p>
            <a:pPr algn="ctr">
              <a:lnSpc>
                <a:spcPts val="3000"/>
              </a:lnSpc>
              <a:spcBef>
                <a:spcPct val="0"/>
              </a:spcBef>
            </a:pPr>
            <a:r>
              <a:rPr lang="en-US" sz="3200" dirty="0">
                <a:solidFill>
                  <a:schemeClr val="tx1">
                    <a:lumMod val="95000"/>
                  </a:schemeClr>
                </a:solidFill>
                <a:latin typeface="Libre Baskerville"/>
              </a:rPr>
              <a:t>Abstract</a:t>
            </a:r>
          </a:p>
        </p:txBody>
      </p:sp>
      <p:sp>
        <p:nvSpPr>
          <p:cNvPr id="25" name="TextBox 25"/>
          <p:cNvSpPr txBox="1"/>
          <p:nvPr/>
        </p:nvSpPr>
        <p:spPr>
          <a:xfrm>
            <a:off x="2648072" y="5975245"/>
            <a:ext cx="3693107" cy="395749"/>
          </a:xfrm>
          <a:prstGeom prst="rect">
            <a:avLst/>
          </a:prstGeom>
        </p:spPr>
        <p:txBody>
          <a:bodyPr wrap="square" lIns="0" tIns="0" rIns="0" bIns="0" rtlCol="0" anchor="t">
            <a:spAutoFit/>
          </a:bodyPr>
          <a:lstStyle/>
          <a:p>
            <a:pPr algn="ctr">
              <a:lnSpc>
                <a:spcPts val="3000"/>
              </a:lnSpc>
              <a:spcBef>
                <a:spcPct val="0"/>
              </a:spcBef>
            </a:pPr>
            <a:r>
              <a:rPr lang="en-US" sz="3200" dirty="0">
                <a:solidFill>
                  <a:schemeClr val="tx1">
                    <a:lumMod val="95000"/>
                  </a:schemeClr>
                </a:solidFill>
                <a:latin typeface="Libre Baskerville"/>
              </a:rPr>
              <a:t> Existing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2281" y="502484"/>
            <a:ext cx="8496705"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Introduction</a:t>
            </a:r>
          </a:p>
        </p:txBody>
      </p:sp>
      <p:sp>
        <p:nvSpPr>
          <p:cNvPr id="3" name="TextBox 3"/>
          <p:cNvSpPr txBox="1"/>
          <p:nvPr/>
        </p:nvSpPr>
        <p:spPr>
          <a:xfrm>
            <a:off x="1447800" y="2499122"/>
            <a:ext cx="16002000" cy="5539978"/>
          </a:xfrm>
          <a:prstGeom prst="rect">
            <a:avLst/>
          </a:prstGeom>
        </p:spPr>
        <p:txBody>
          <a:bodyPr wrap="square" lIns="0" tIns="0" rIns="0" bIns="0" rtlCol="0" anchor="t">
            <a:spAutoFit/>
          </a:bodyPr>
          <a:lstStyle/>
          <a:p>
            <a:pPr marL="571500" indent="-571500" algn="l">
              <a:buFont typeface="Wingdings" panose="05000000000000000000" pitchFamily="2" charset="2"/>
              <a:buChar char="Ø"/>
            </a:pPr>
            <a:r>
              <a:rPr lang="en-US" sz="4000" dirty="0">
                <a:latin typeface="Libre Baskerville"/>
              </a:rPr>
              <a:t>In large hospitals, massive staff members and doctors are present. Efficient management of time and scheduling of tasks becomes a very tough task.</a:t>
            </a:r>
          </a:p>
          <a:p>
            <a:pPr marL="571500" indent="-571500" algn="l">
              <a:buFont typeface="Wingdings" panose="05000000000000000000" pitchFamily="2" charset="2"/>
              <a:buChar char="Ø"/>
            </a:pPr>
            <a:endParaRPr lang="en-US" sz="4000" dirty="0">
              <a:latin typeface="Libre Baskerville"/>
            </a:endParaRPr>
          </a:p>
          <a:p>
            <a:pPr marL="571500" indent="-571500" algn="l">
              <a:buFont typeface="Wingdings" panose="05000000000000000000" pitchFamily="2" charset="2"/>
              <a:buChar char="Ø"/>
            </a:pPr>
            <a:r>
              <a:rPr lang="en-US" sz="4000" dirty="0">
                <a:latin typeface="Libre Baskerville"/>
              </a:rPr>
              <a:t>At present, a person sick from any disease needs to visit the hospital to book an appointment. All the patients need to wait in a queue while getting an appointment. Managing the time, schedule and proper regularity of tasks becomes very difficult.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B49DF89-C8ED-9CE4-3E7A-5C53DB75106B}"/>
              </a:ext>
            </a:extLst>
          </p:cNvPr>
          <p:cNvSpPr txBox="1"/>
          <p:nvPr/>
        </p:nvSpPr>
        <p:spPr>
          <a:xfrm>
            <a:off x="1371600" y="5054084"/>
            <a:ext cx="15621000" cy="369332"/>
          </a:xfrm>
          <a:prstGeom prst="rect">
            <a:avLst/>
          </a:prstGeom>
          <a:noFill/>
        </p:spPr>
        <p:txBody>
          <a:bodyPr wrap="square" rtlCol="0" anchor="ctr">
            <a:spAutoFit/>
          </a:bodyPr>
          <a:lstStyle/>
          <a:p>
            <a:endParaRPr lang="en-IN" dirty="0"/>
          </a:p>
        </p:txBody>
      </p:sp>
      <p:sp>
        <p:nvSpPr>
          <p:cNvPr id="4" name="TextBox 3">
            <a:extLst>
              <a:ext uri="{FF2B5EF4-FFF2-40B4-BE49-F238E27FC236}">
                <a16:creationId xmlns:a16="http://schemas.microsoft.com/office/drawing/2014/main" id="{6D58EF98-27C0-3569-650E-9437E227F5E5}"/>
              </a:ext>
            </a:extLst>
          </p:cNvPr>
          <p:cNvSpPr txBox="1"/>
          <p:nvPr/>
        </p:nvSpPr>
        <p:spPr>
          <a:xfrm>
            <a:off x="1295400" y="3003679"/>
            <a:ext cx="15621000" cy="9182100"/>
          </a:xfrm>
          <a:prstGeom prst="rect">
            <a:avLst/>
          </a:prstGeom>
          <a:noFill/>
        </p:spPr>
        <p:txBody>
          <a:bodyPr wrap="square" rtlCol="0">
            <a:spAutoFit/>
          </a:bodyPr>
          <a:lstStyle/>
          <a:p>
            <a:endParaRPr lang="en-IN" dirty="0"/>
          </a:p>
        </p:txBody>
      </p:sp>
      <p:sp>
        <p:nvSpPr>
          <p:cNvPr id="5" name="TextBox 4">
            <a:extLst>
              <a:ext uri="{FF2B5EF4-FFF2-40B4-BE49-F238E27FC236}">
                <a16:creationId xmlns:a16="http://schemas.microsoft.com/office/drawing/2014/main" id="{BA73AE91-0F01-6B7B-2EC4-A8C4817DDD59}"/>
              </a:ext>
            </a:extLst>
          </p:cNvPr>
          <p:cNvSpPr txBox="1"/>
          <p:nvPr/>
        </p:nvSpPr>
        <p:spPr>
          <a:xfrm>
            <a:off x="1295400" y="1257300"/>
            <a:ext cx="15621000" cy="369332"/>
          </a:xfrm>
          <a:prstGeom prst="rect">
            <a:avLst/>
          </a:prstGeom>
          <a:noFill/>
        </p:spPr>
        <p:txBody>
          <a:bodyPr wrap="square" rtlCol="0">
            <a:spAutoFit/>
          </a:bodyPr>
          <a:lstStyle/>
          <a:p>
            <a:pPr algn="ctr"/>
            <a:endParaRPr lang="en-IN" dirty="0"/>
          </a:p>
        </p:txBody>
      </p:sp>
      <p:sp>
        <p:nvSpPr>
          <p:cNvPr id="6" name="TextBox 5">
            <a:extLst>
              <a:ext uri="{FF2B5EF4-FFF2-40B4-BE49-F238E27FC236}">
                <a16:creationId xmlns:a16="http://schemas.microsoft.com/office/drawing/2014/main" id="{938AADED-1969-D8E3-1920-27D337193D5C}"/>
              </a:ext>
            </a:extLst>
          </p:cNvPr>
          <p:cNvSpPr txBox="1"/>
          <p:nvPr/>
        </p:nvSpPr>
        <p:spPr>
          <a:xfrm>
            <a:off x="1295400" y="2095500"/>
            <a:ext cx="15621000" cy="3785652"/>
          </a:xfrm>
          <a:prstGeom prst="rect">
            <a:avLst/>
          </a:prstGeom>
          <a:noFill/>
        </p:spPr>
        <p:txBody>
          <a:bodyPr wrap="square" rtlCol="0" anchor="b">
            <a:spAutoFit/>
          </a:bodyPr>
          <a:lstStyle/>
          <a:p>
            <a:pPr marL="571500" indent="-571500">
              <a:buFont typeface="Wingdings" panose="05000000000000000000" pitchFamily="2" charset="2"/>
              <a:buChar char="Ø"/>
            </a:pPr>
            <a:r>
              <a:rPr lang="en-US" sz="4000" dirty="0">
                <a:latin typeface="Libre Baskerville"/>
              </a:rPr>
              <a:t>In order to have efficient and effective system of doctor-patient interactions, a doctor patient handling and managing system should be designed that not only assists the doctors in their work but also helps patients in numerous ways like booking doctor's appointments and assessing medical reports and progress of treatment</a:t>
            </a:r>
            <a:endParaRPr lang="en-IN" sz="4000" dirty="0"/>
          </a:p>
        </p:txBody>
      </p:sp>
    </p:spTree>
    <p:extLst>
      <p:ext uri="{BB962C8B-B14F-4D97-AF65-F5344CB8AC3E}">
        <p14:creationId xmlns:p14="http://schemas.microsoft.com/office/powerpoint/2010/main" val="1629247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95800" y="576035"/>
            <a:ext cx="8496705"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Abstract</a:t>
            </a:r>
          </a:p>
        </p:txBody>
      </p:sp>
      <p:sp>
        <p:nvSpPr>
          <p:cNvPr id="3" name="TextBox 3"/>
          <p:cNvSpPr txBox="1"/>
          <p:nvPr/>
        </p:nvSpPr>
        <p:spPr>
          <a:xfrm>
            <a:off x="1028700" y="2100328"/>
            <a:ext cx="16230600" cy="1384995"/>
          </a:xfrm>
          <a:prstGeom prst="rect">
            <a:avLst/>
          </a:prstGeom>
        </p:spPr>
        <p:txBody>
          <a:bodyPr lIns="0" tIns="0" rIns="0" bIns="0" rtlCol="0" anchor="t">
            <a:spAutoFit/>
          </a:bodyPr>
          <a:lstStyle/>
          <a:p>
            <a:pPr algn="l">
              <a:lnSpc>
                <a:spcPts val="3600"/>
              </a:lnSpc>
            </a:pPr>
            <a:endParaRPr dirty="0"/>
          </a:p>
          <a:p>
            <a:pPr algn="l">
              <a:lnSpc>
                <a:spcPts val="3600"/>
              </a:lnSpc>
            </a:pPr>
            <a:endParaRPr dirty="0"/>
          </a:p>
          <a:p>
            <a:pPr marL="323850" lvl="1" algn="l">
              <a:lnSpc>
                <a:spcPts val="3600"/>
              </a:lnSpc>
            </a:pPr>
            <a:endParaRPr lang="en-US" sz="3000" dirty="0">
              <a:solidFill>
                <a:srgbClr val="000000"/>
              </a:solidFill>
              <a:latin typeface="Libre Baskerville"/>
            </a:endParaRPr>
          </a:p>
        </p:txBody>
      </p:sp>
      <p:sp>
        <p:nvSpPr>
          <p:cNvPr id="4" name="Rectangle 3"/>
          <p:cNvSpPr/>
          <p:nvPr/>
        </p:nvSpPr>
        <p:spPr>
          <a:xfrm>
            <a:off x="3124200" y="2476500"/>
            <a:ext cx="12268200" cy="1003031"/>
          </a:xfrm>
          <a:prstGeom prst="rect">
            <a:avLst/>
          </a:prstGeom>
        </p:spPr>
        <p:txBody>
          <a:bodyPr wrap="square">
            <a:spAutoFit/>
          </a:bodyPr>
          <a:lstStyle/>
          <a:p>
            <a:pPr marL="571500" indent="-571500">
              <a:lnSpc>
                <a:spcPct val="150000"/>
              </a:lnSpc>
              <a:buFontTx/>
              <a:buChar char="-"/>
            </a:pPr>
            <a:endParaRPr lang="en-US" sz="4400" dirty="0">
              <a:latin typeface="Calibri" panose="020F0502020204030204" pitchFamily="34" charset="0"/>
              <a:ea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8D2BCF8-7E44-6E48-2E3F-469BC304C741}"/>
              </a:ext>
            </a:extLst>
          </p:cNvPr>
          <p:cNvSpPr txBox="1"/>
          <p:nvPr/>
        </p:nvSpPr>
        <p:spPr>
          <a:xfrm>
            <a:off x="3368375" y="2100328"/>
            <a:ext cx="9624130" cy="6456447"/>
          </a:xfrm>
          <a:prstGeom prst="rect">
            <a:avLst/>
          </a:prstGeom>
          <a:noFill/>
        </p:spPr>
        <p:txBody>
          <a:bodyPr wrap="square">
            <a:spAutoFit/>
          </a:bodyPr>
          <a:lstStyle/>
          <a:p>
            <a:pPr>
              <a:lnSpc>
                <a:spcPct val="150000"/>
              </a:lnSpc>
            </a:pPr>
            <a:r>
              <a:rPr lang="en-US" sz="4000" dirty="0">
                <a:solidFill>
                  <a:srgbClr val="FFC000"/>
                </a:solidFill>
              </a:rPr>
              <a:t>Patient benefits:</a:t>
            </a:r>
          </a:p>
          <a:p>
            <a:pPr marL="571500" indent="-571500">
              <a:lnSpc>
                <a:spcPct val="150000"/>
              </a:lnSpc>
              <a:buFont typeface="Arial" panose="020B0604020202020204" pitchFamily="34" charset="0"/>
              <a:buChar char="•"/>
            </a:pPr>
            <a:r>
              <a:rPr lang="en-US" sz="4000" dirty="0"/>
              <a:t>Access medical records</a:t>
            </a:r>
          </a:p>
          <a:p>
            <a:pPr marL="571500" indent="-571500">
              <a:lnSpc>
                <a:spcPct val="150000"/>
              </a:lnSpc>
              <a:buFont typeface="Arial" panose="020B0604020202020204" pitchFamily="34" charset="0"/>
              <a:buChar char="•"/>
            </a:pPr>
            <a:r>
              <a:rPr lang="en-US" sz="4000" dirty="0"/>
              <a:t>Schedule appointments</a:t>
            </a:r>
          </a:p>
          <a:p>
            <a:pPr marL="571500" indent="-571500">
              <a:lnSpc>
                <a:spcPct val="150000"/>
              </a:lnSpc>
              <a:buFont typeface="Arial" panose="020B0604020202020204" pitchFamily="34" charset="0"/>
              <a:buChar char="•"/>
            </a:pPr>
            <a:r>
              <a:rPr lang="en-US" sz="4000" dirty="0"/>
              <a:t>Secure messaging with doctors</a:t>
            </a:r>
          </a:p>
          <a:p>
            <a:pPr>
              <a:lnSpc>
                <a:spcPct val="150000"/>
              </a:lnSpc>
            </a:pPr>
            <a:r>
              <a:rPr lang="en-US" sz="4000" dirty="0">
                <a:solidFill>
                  <a:srgbClr val="FFC000"/>
                </a:solidFill>
              </a:rPr>
              <a:t>Doctor benefits:</a:t>
            </a:r>
          </a:p>
          <a:p>
            <a:pPr marL="571500" indent="-571500">
              <a:lnSpc>
                <a:spcPct val="150000"/>
              </a:lnSpc>
              <a:buFont typeface="Arial" panose="020B0604020202020204" pitchFamily="34" charset="0"/>
              <a:buChar char="•"/>
            </a:pPr>
            <a:r>
              <a:rPr lang="en-US" sz="4000" dirty="0"/>
              <a:t> Streamlined patient management</a:t>
            </a:r>
          </a:p>
          <a:p>
            <a:pPr marL="571500" indent="-571500">
              <a:lnSpc>
                <a:spcPct val="150000"/>
              </a:lnSpc>
              <a:buFont typeface="Arial" panose="020B0604020202020204" pitchFamily="34" charset="0"/>
              <a:buChar char="•"/>
            </a:pPr>
            <a:r>
              <a:rPr lang="en-US" sz="4000" dirty="0"/>
              <a:t> Easy access to records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724400" y="371193"/>
            <a:ext cx="8496705" cy="1064394"/>
          </a:xfrm>
          <a:prstGeom prst="rect">
            <a:avLst/>
          </a:prstGeom>
        </p:spPr>
        <p:txBody>
          <a:bodyPr lIns="0" tIns="0" rIns="0" bIns="0" rtlCol="0" anchor="t">
            <a:spAutoFit/>
          </a:bodyPr>
          <a:lstStyle/>
          <a:p>
            <a:pPr algn="ctr">
              <a:lnSpc>
                <a:spcPts val="8261"/>
              </a:lnSpc>
            </a:pPr>
            <a:r>
              <a:rPr lang="en-US" sz="8000" dirty="0">
                <a:solidFill>
                  <a:srgbClr val="000000"/>
                </a:solidFill>
                <a:latin typeface="Yeseva One"/>
              </a:rPr>
              <a:t>Existing System</a:t>
            </a:r>
          </a:p>
        </p:txBody>
      </p:sp>
      <p:sp>
        <p:nvSpPr>
          <p:cNvPr id="10" name="TextBox 3"/>
          <p:cNvSpPr txBox="1"/>
          <p:nvPr/>
        </p:nvSpPr>
        <p:spPr>
          <a:xfrm>
            <a:off x="3048000" y="2095500"/>
            <a:ext cx="14298795" cy="6983450"/>
          </a:xfrm>
          <a:prstGeom prst="rect">
            <a:avLst/>
          </a:prstGeom>
        </p:spPr>
        <p:txBody>
          <a:bodyPr wrap="square" lIns="0" tIns="0" rIns="0" bIns="0" rtlCol="0" anchor="t">
            <a:spAutoFit/>
          </a:bodyPr>
          <a:lstStyle/>
          <a:p>
            <a:pPr algn="l"/>
            <a:r>
              <a:rPr lang="en-US" sz="4000" dirty="0">
                <a:solidFill>
                  <a:srgbClr val="FFC000"/>
                </a:solidFill>
                <a:latin typeface="Calibri" panose="020F0502020204030204" pitchFamily="34" charset="0"/>
                <a:ea typeface="Calibri" panose="020F0502020204030204" pitchFamily="34" charset="0"/>
                <a:cs typeface="Calibri" panose="020F0502020204030204" pitchFamily="34" charset="0"/>
              </a:rPr>
              <a:t>Existing System</a:t>
            </a:r>
          </a:p>
          <a:p>
            <a:pPr marL="571500" indent="-571500" algn="l">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Manual appointment booking</a:t>
            </a:r>
          </a:p>
          <a:p>
            <a:pPr marL="571500" indent="-571500" algn="l">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Paper-based medical records</a:t>
            </a:r>
          </a:p>
          <a:p>
            <a:pPr marL="571500" indent="-571500" algn="l">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Physical presence required for appointments and record-keeping</a:t>
            </a:r>
          </a:p>
          <a:p>
            <a:pPr marL="571500" indent="-571500" algn="l">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High workload for doctors and staff</a:t>
            </a:r>
          </a:p>
          <a:p>
            <a:pPr marL="571500" indent="-571500" algn="l">
              <a:buFont typeface="Arial" panose="020B0604020202020204" pitchFamily="34" charset="0"/>
              <a:buChar char="•"/>
            </a:pPr>
            <a:endParaRPr lang="en-US" sz="4000" dirty="0">
              <a:latin typeface="Calibri" panose="020F0502020204030204" pitchFamily="34" charset="0"/>
              <a:ea typeface="Calibri" panose="020F0502020204030204" pitchFamily="34" charset="0"/>
              <a:cs typeface="Calibri" panose="020F0502020204030204" pitchFamily="34" charset="0"/>
            </a:endParaRPr>
          </a:p>
          <a:p>
            <a:pPr algn="l"/>
            <a:r>
              <a:rPr lang="en-US" sz="4000" dirty="0">
                <a:solidFill>
                  <a:srgbClr val="FFC000"/>
                </a:solidFill>
                <a:latin typeface="Calibri" panose="020F0502020204030204" pitchFamily="34" charset="0"/>
                <a:ea typeface="Calibri" panose="020F0502020204030204" pitchFamily="34" charset="0"/>
                <a:cs typeface="Calibri" panose="020F0502020204030204" pitchFamily="34" charset="0"/>
              </a:rPr>
              <a:t>Disadvantages</a:t>
            </a:r>
          </a:p>
          <a:p>
            <a:pPr marL="571500" indent="-571500" algn="l">
              <a:lnSpc>
                <a:spcPct val="150000"/>
              </a:lnSpc>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Time-Consuming:</a:t>
            </a:r>
          </a:p>
          <a:p>
            <a:pPr marL="571500" indent="-571500" algn="l">
              <a:lnSpc>
                <a:spcPct val="150000"/>
              </a:lnSpc>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Inconvenient Scheduling:</a:t>
            </a:r>
          </a:p>
          <a:p>
            <a:pPr marL="571500" indent="-571500" algn="l">
              <a:lnSpc>
                <a:spcPct val="150000"/>
              </a:lnSpc>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Limited Availability: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028700" y="647700"/>
            <a:ext cx="16230600"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Proposed System</a:t>
            </a:r>
          </a:p>
        </p:txBody>
      </p:sp>
      <p:sp>
        <p:nvSpPr>
          <p:cNvPr id="7" name="TextBox 7"/>
          <p:cNvSpPr txBox="1"/>
          <p:nvPr/>
        </p:nvSpPr>
        <p:spPr>
          <a:xfrm>
            <a:off x="3352800" y="2019300"/>
            <a:ext cx="13106400" cy="7291227"/>
          </a:xfrm>
          <a:prstGeom prst="rect">
            <a:avLst/>
          </a:prstGeom>
        </p:spPr>
        <p:txBody>
          <a:bodyPr wrap="square" lIns="0" tIns="0" rIns="0" bIns="0" rtlCol="0" anchor="t">
            <a:spAutoFit/>
          </a:bodyPr>
          <a:lstStyle/>
          <a:p>
            <a:pPr marL="571500" indent="-571500" algn="l">
              <a:lnSpc>
                <a:spcPct val="150000"/>
              </a:lnSpc>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Online appointment booking and medical history access for patients</a:t>
            </a:r>
          </a:p>
          <a:p>
            <a:pPr marL="571500" indent="-571500" algn="l">
              <a:lnSpc>
                <a:spcPct val="150000"/>
              </a:lnSpc>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Remote access to patient records and appointment management for doctors</a:t>
            </a:r>
          </a:p>
          <a:p>
            <a:pPr marL="571500" indent="-571500" algn="l">
              <a:lnSpc>
                <a:spcPct val="150000"/>
              </a:lnSpc>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Electronic prescription system, eliminating paper prescriptions</a:t>
            </a:r>
          </a:p>
          <a:p>
            <a:pPr marL="571500" indent="-571500" algn="l">
              <a:lnSpc>
                <a:spcPct val="150000"/>
              </a:lnSpc>
              <a:buFont typeface="Arial" panose="020B0604020202020204" pitchFamily="34" charset="0"/>
              <a:buChar char="•"/>
            </a:pPr>
            <a:r>
              <a:rPr lang="en-US" sz="4000" dirty="0">
                <a:latin typeface="Calibri" panose="020F0502020204030204" pitchFamily="34" charset="0"/>
                <a:ea typeface="Calibri" panose="020F0502020204030204" pitchFamily="34" charset="0"/>
                <a:cs typeface="Calibri" panose="020F0502020204030204" pitchFamily="34" charset="0"/>
              </a:rPr>
              <a:t>Secure and encrypted storage of patient data, protecting against unauthorized access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028700" y="495300"/>
            <a:ext cx="16230600" cy="2028761"/>
          </a:xfrm>
          <a:prstGeom prst="rect">
            <a:avLst/>
          </a:prstGeom>
        </p:spPr>
        <p:txBody>
          <a:bodyPr lIns="0" tIns="0" rIns="0" bIns="0" rtlCol="0" anchor="t">
            <a:spAutoFit/>
          </a:bodyPr>
          <a:lstStyle/>
          <a:p>
            <a:pPr algn="ctr">
              <a:lnSpc>
                <a:spcPts val="7861"/>
              </a:lnSpc>
            </a:pPr>
            <a:r>
              <a:rPr lang="en-US" sz="8000" dirty="0">
                <a:solidFill>
                  <a:srgbClr val="000000"/>
                </a:solidFill>
                <a:latin typeface="Yeseva One"/>
              </a:rPr>
              <a:t>Advantages of Proposed System</a:t>
            </a:r>
          </a:p>
        </p:txBody>
      </p:sp>
      <p:sp>
        <p:nvSpPr>
          <p:cNvPr id="4" name="TextBox 3">
            <a:extLst>
              <a:ext uri="{FF2B5EF4-FFF2-40B4-BE49-F238E27FC236}">
                <a16:creationId xmlns:a16="http://schemas.microsoft.com/office/drawing/2014/main" id="{DFD6455D-7629-176B-851F-BFC0591980CE}"/>
              </a:ext>
            </a:extLst>
          </p:cNvPr>
          <p:cNvSpPr txBox="1"/>
          <p:nvPr/>
        </p:nvSpPr>
        <p:spPr>
          <a:xfrm>
            <a:off x="3429000" y="2857500"/>
            <a:ext cx="8847364" cy="6456447"/>
          </a:xfrm>
          <a:prstGeom prst="rect">
            <a:avLst/>
          </a:prstGeom>
          <a:noFill/>
        </p:spPr>
        <p:txBody>
          <a:bodyPr wrap="square">
            <a:spAutoFit/>
          </a:bodyPr>
          <a:lstStyle/>
          <a:p>
            <a:pPr marL="571500" indent="-571500">
              <a:lnSpc>
                <a:spcPct val="150000"/>
              </a:lnSpc>
              <a:buFont typeface="Arial" panose="020B0604020202020204" pitchFamily="34" charset="0"/>
              <a:buChar char="•"/>
            </a:pPr>
            <a:r>
              <a:rPr lang="en-US" sz="4000" dirty="0"/>
              <a:t> Easy Record Access:</a:t>
            </a:r>
          </a:p>
          <a:p>
            <a:pPr marL="571500" indent="-571500">
              <a:lnSpc>
                <a:spcPct val="150000"/>
              </a:lnSpc>
              <a:buFont typeface="Arial" panose="020B0604020202020204" pitchFamily="34" charset="0"/>
              <a:buChar char="•"/>
            </a:pPr>
            <a:r>
              <a:rPr lang="en-US" sz="4000" dirty="0"/>
              <a:t> Simple Appointments:</a:t>
            </a:r>
          </a:p>
          <a:p>
            <a:pPr marL="571500" indent="-571500">
              <a:lnSpc>
                <a:spcPct val="150000"/>
              </a:lnSpc>
              <a:buFont typeface="Arial" panose="020B0604020202020204" pitchFamily="34" charset="0"/>
              <a:buChar char="•"/>
            </a:pPr>
            <a:r>
              <a:rPr lang="en-US" sz="4000" dirty="0"/>
              <a:t> Quick Messages: </a:t>
            </a:r>
          </a:p>
          <a:p>
            <a:pPr marL="571500" indent="-571500">
              <a:lnSpc>
                <a:spcPct val="150000"/>
              </a:lnSpc>
              <a:buFont typeface="Arial" panose="020B0604020202020204" pitchFamily="34" charset="0"/>
              <a:buChar char="•"/>
            </a:pPr>
            <a:r>
              <a:rPr lang="en-US" sz="4000" dirty="0"/>
              <a:t> Reminders:</a:t>
            </a:r>
          </a:p>
          <a:p>
            <a:pPr marL="571500" indent="-571500">
              <a:lnSpc>
                <a:spcPct val="150000"/>
              </a:lnSpc>
              <a:buFont typeface="Arial" panose="020B0604020202020204" pitchFamily="34" charset="0"/>
              <a:buChar char="•"/>
            </a:pPr>
            <a:r>
              <a:rPr lang="en-US" sz="4000" dirty="0"/>
              <a:t> Time-Saving: </a:t>
            </a:r>
          </a:p>
          <a:p>
            <a:pPr marL="571500" indent="-571500">
              <a:lnSpc>
                <a:spcPct val="150000"/>
              </a:lnSpc>
              <a:buFont typeface="Arial" panose="020B0604020202020204" pitchFamily="34" charset="0"/>
              <a:buChar char="•"/>
            </a:pPr>
            <a:r>
              <a:rPr lang="en-US" sz="4000" dirty="0"/>
              <a:t> 24/7 Access:</a:t>
            </a:r>
          </a:p>
          <a:p>
            <a:pPr marL="571500" indent="-571500">
              <a:lnSpc>
                <a:spcPct val="150000"/>
              </a:lnSpc>
              <a:buFont typeface="Arial" panose="020B0604020202020204" pitchFamily="34" charset="0"/>
              <a:buChar char="•"/>
            </a:pPr>
            <a:r>
              <a:rPr lang="en-US" sz="4000" dirty="0"/>
              <a:t> Health Info:</a:t>
            </a:r>
            <a:endParaRPr lang="en-IN"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3496982" y="266700"/>
            <a:ext cx="12104043" cy="1496564"/>
          </a:xfrm>
          <a:prstGeom prst="rect">
            <a:avLst/>
          </a:prstGeom>
        </p:spPr>
        <p:txBody>
          <a:bodyPr lIns="0" tIns="0" rIns="0" bIns="0" rtlCol="0" anchor="t">
            <a:spAutoFit/>
          </a:bodyPr>
          <a:lstStyle/>
          <a:p>
            <a:pPr algn="ctr">
              <a:lnSpc>
                <a:spcPts val="12880"/>
              </a:lnSpc>
            </a:pPr>
            <a:r>
              <a:rPr lang="en-US" sz="8000" dirty="0">
                <a:solidFill>
                  <a:srgbClr val="000000"/>
                </a:solidFill>
                <a:latin typeface="Yeseva One"/>
              </a:rPr>
              <a:t>System Architecture</a:t>
            </a:r>
          </a:p>
        </p:txBody>
      </p:sp>
      <p:pic>
        <p:nvPicPr>
          <p:cNvPr id="1026" name="Picture 2" descr="Enhanced Security of User Authentication on Doctor E-Appointment System |  SpringerLink">
            <a:extLst>
              <a:ext uri="{FF2B5EF4-FFF2-40B4-BE49-F238E27FC236}">
                <a16:creationId xmlns:a16="http://schemas.microsoft.com/office/drawing/2014/main" id="{A6B1155C-40CA-249B-9E39-10B03E8768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1688" y="2333624"/>
            <a:ext cx="7685787" cy="6619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838200" y="952500"/>
            <a:ext cx="16230600"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System Requirements</a:t>
            </a:r>
          </a:p>
        </p:txBody>
      </p:sp>
      <p:sp>
        <p:nvSpPr>
          <p:cNvPr id="5" name="TextBox 5"/>
          <p:cNvSpPr txBox="1"/>
          <p:nvPr/>
        </p:nvSpPr>
        <p:spPr>
          <a:xfrm>
            <a:off x="1295400" y="3584592"/>
            <a:ext cx="7315923" cy="780470"/>
          </a:xfrm>
          <a:prstGeom prst="rect">
            <a:avLst/>
          </a:prstGeom>
        </p:spPr>
        <p:txBody>
          <a:bodyPr wrap="square" lIns="0" tIns="0" rIns="0" bIns="0" rtlCol="0" anchor="t">
            <a:spAutoFit/>
          </a:bodyPr>
          <a:lstStyle/>
          <a:p>
            <a:pPr algn="l">
              <a:lnSpc>
                <a:spcPts val="3000"/>
              </a:lnSpc>
            </a:pPr>
            <a:r>
              <a:rPr lang="en-US" sz="3200" dirty="0">
                <a:solidFill>
                  <a:srgbClr val="000000"/>
                </a:solidFill>
                <a:latin typeface="Libre Baskerville"/>
              </a:rPr>
              <a:t> </a:t>
            </a:r>
            <a:r>
              <a:rPr lang="en-US" sz="3200" b="1" dirty="0">
                <a:solidFill>
                  <a:srgbClr val="FFC000"/>
                </a:solidFill>
                <a:latin typeface="Libre Baskerville Bold"/>
              </a:rPr>
              <a:t>HARDWARE REQUIREMENTS:</a:t>
            </a:r>
          </a:p>
          <a:p>
            <a:pPr algn="l">
              <a:lnSpc>
                <a:spcPts val="3000"/>
              </a:lnSpc>
            </a:pPr>
            <a:r>
              <a:rPr lang="en-US" sz="3200" dirty="0">
                <a:solidFill>
                  <a:srgbClr val="000000"/>
                </a:solidFill>
                <a:latin typeface="Libre Baskerville"/>
              </a:rPr>
              <a:t> </a:t>
            </a:r>
          </a:p>
        </p:txBody>
      </p:sp>
      <p:sp>
        <p:nvSpPr>
          <p:cNvPr id="6" name="TextBox 6"/>
          <p:cNvSpPr txBox="1"/>
          <p:nvPr/>
        </p:nvSpPr>
        <p:spPr>
          <a:xfrm>
            <a:off x="9982200" y="3591740"/>
            <a:ext cx="8806607" cy="1231106"/>
          </a:xfrm>
          <a:prstGeom prst="rect">
            <a:avLst/>
          </a:prstGeom>
        </p:spPr>
        <p:txBody>
          <a:bodyPr lIns="0" tIns="0" rIns="0" bIns="0" rtlCol="0" anchor="t">
            <a:spAutoFit/>
          </a:bodyPr>
          <a:lstStyle/>
          <a:p>
            <a:pPr algn="l">
              <a:lnSpc>
                <a:spcPts val="3000"/>
              </a:lnSpc>
            </a:pPr>
            <a:r>
              <a:rPr lang="en-US" sz="3000" dirty="0">
                <a:solidFill>
                  <a:srgbClr val="000000"/>
                </a:solidFill>
                <a:latin typeface="Libre Baskerville"/>
              </a:rPr>
              <a:t> </a:t>
            </a:r>
            <a:r>
              <a:rPr lang="en-US" sz="3000" b="1" dirty="0">
                <a:solidFill>
                  <a:srgbClr val="FFC000"/>
                </a:solidFill>
                <a:latin typeface="Libre Baskerville Bold"/>
              </a:rPr>
              <a:t>SOFTWARE </a:t>
            </a:r>
            <a:r>
              <a:rPr lang="en-US" sz="3200" b="1" dirty="0">
                <a:solidFill>
                  <a:srgbClr val="FFC000"/>
                </a:solidFill>
                <a:latin typeface="Libre Baskerville Bold"/>
              </a:rPr>
              <a:t>REQUIREMENTS</a:t>
            </a:r>
            <a:r>
              <a:rPr lang="en-US" sz="3000" dirty="0">
                <a:solidFill>
                  <a:srgbClr val="FFC000"/>
                </a:solidFill>
                <a:latin typeface="Libre Baskerville"/>
              </a:rPr>
              <a:t>:</a:t>
            </a:r>
          </a:p>
          <a:p>
            <a:pPr algn="l">
              <a:lnSpc>
                <a:spcPts val="3000"/>
              </a:lnSpc>
            </a:pPr>
            <a:r>
              <a:rPr lang="en-US" sz="3000" dirty="0">
                <a:solidFill>
                  <a:srgbClr val="000000"/>
                </a:solidFill>
                <a:latin typeface="Libre Baskerville"/>
              </a:rPr>
              <a:t>  </a:t>
            </a:r>
          </a:p>
          <a:p>
            <a:pPr algn="l">
              <a:lnSpc>
                <a:spcPts val="3600"/>
              </a:lnSpc>
            </a:pPr>
            <a:endParaRPr lang="en-US" sz="3000" dirty="0">
              <a:solidFill>
                <a:srgbClr val="000000"/>
              </a:solidFill>
              <a:latin typeface="Libre Baskerville"/>
            </a:endParaRPr>
          </a:p>
        </p:txBody>
      </p:sp>
      <p:sp>
        <p:nvSpPr>
          <p:cNvPr id="7" name="TextBox 5">
            <a:extLst>
              <a:ext uri="{FF2B5EF4-FFF2-40B4-BE49-F238E27FC236}">
                <a16:creationId xmlns:a16="http://schemas.microsoft.com/office/drawing/2014/main" id="{2A35B8F3-1E13-8D0E-D1AC-15DBAD7AF48D}"/>
              </a:ext>
            </a:extLst>
          </p:cNvPr>
          <p:cNvSpPr txBox="1"/>
          <p:nvPr/>
        </p:nvSpPr>
        <p:spPr>
          <a:xfrm>
            <a:off x="764249" y="4649487"/>
            <a:ext cx="7663606" cy="3722879"/>
          </a:xfrm>
          <a:prstGeom prst="rect">
            <a:avLst/>
          </a:prstGeom>
        </p:spPr>
        <p:txBody>
          <a:bodyPr wrap="square" lIns="0" tIns="0" rIns="0" bIns="0" rtlCol="0" anchor="t">
            <a:spAutoFit/>
          </a:bodyPr>
          <a:lstStyle/>
          <a:p>
            <a:pPr marL="342900" lvl="0" indent="-342900" algn="just">
              <a:lnSpc>
                <a:spcPct val="150000"/>
              </a:lnSpc>
              <a:spcAft>
                <a:spcPts val="1000"/>
              </a:spcAft>
              <a:buFont typeface="Wingdings" panose="05000000000000000000" pitchFamily="2" charset="2"/>
              <a:buChar char=""/>
            </a:pPr>
            <a:r>
              <a:rPr lang="en-IN" sz="4000" dirty="0">
                <a:effectLst/>
                <a:latin typeface="Times New Roman" panose="02020603050405020304" pitchFamily="18" charset="0"/>
                <a:ea typeface="Calibri" panose="020F0502020204030204" pitchFamily="34" charset="0"/>
                <a:cs typeface="Times New Roman" panose="02020603050405020304" pitchFamily="18" charset="0"/>
              </a:rPr>
              <a:t>Processor: Pentium IV or higher</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Wingdings" panose="05000000000000000000" pitchFamily="2" charset="2"/>
              <a:buChar char=""/>
            </a:pPr>
            <a:r>
              <a:rPr lang="en-IN" sz="4000" dirty="0">
                <a:effectLst/>
                <a:latin typeface="Times New Roman" panose="02020603050405020304" pitchFamily="18" charset="0"/>
                <a:ea typeface="Calibri" panose="020F0502020204030204" pitchFamily="34" charset="0"/>
                <a:cs typeface="Times New Roman" panose="02020603050405020304" pitchFamily="18" charset="0"/>
              </a:rPr>
              <a:t>RAM: 256 MB</a:t>
            </a:r>
          </a:p>
          <a:p>
            <a:pPr marL="342900" lvl="0" indent="-342900" algn="just">
              <a:lnSpc>
                <a:spcPct val="150000"/>
              </a:lnSpc>
              <a:buFont typeface="Wingdings" panose="05000000000000000000" pitchFamily="2" charset="2"/>
              <a:buChar char=""/>
            </a:pPr>
            <a:r>
              <a:rPr lang="en-IN" sz="4000" dirty="0">
                <a:effectLst/>
                <a:latin typeface="Times New Roman" panose="02020603050405020304" pitchFamily="18" charset="0"/>
                <a:ea typeface="Calibri" panose="020F0502020204030204" pitchFamily="34" charset="0"/>
                <a:cs typeface="Times New Roman" panose="02020603050405020304" pitchFamily="18" charset="0"/>
              </a:rPr>
              <a:t>Space on Hard Disk: minimum 512MB</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Diagram 8">
            <a:extLst>
              <a:ext uri="{FF2B5EF4-FFF2-40B4-BE49-F238E27FC236}">
                <a16:creationId xmlns:a16="http://schemas.microsoft.com/office/drawing/2014/main" id="{D576EAD9-1B86-2953-C3C3-F1E118FD1728}"/>
              </a:ext>
            </a:extLst>
          </p:cNvPr>
          <p:cNvGraphicFramePr/>
          <p:nvPr/>
        </p:nvGraphicFramePr>
        <p:xfrm>
          <a:off x="9328994" y="4649487"/>
          <a:ext cx="8806607" cy="57010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6"/>
          <p:cNvSpPr txBox="1"/>
          <p:nvPr/>
        </p:nvSpPr>
        <p:spPr>
          <a:xfrm>
            <a:off x="914400" y="623714"/>
            <a:ext cx="16230600"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Methodology</a:t>
            </a:r>
            <a:r>
              <a:rPr lang="en-US" sz="9060" dirty="0">
                <a:solidFill>
                  <a:srgbClr val="000000"/>
                </a:solidFill>
                <a:latin typeface="Yeseva One"/>
              </a:rPr>
              <a:t> used </a:t>
            </a:r>
          </a:p>
        </p:txBody>
      </p:sp>
      <p:sp>
        <p:nvSpPr>
          <p:cNvPr id="7" name="TextBox 7"/>
          <p:cNvSpPr txBox="1"/>
          <p:nvPr/>
        </p:nvSpPr>
        <p:spPr>
          <a:xfrm>
            <a:off x="1066800" y="2120884"/>
            <a:ext cx="16840200" cy="7289816"/>
          </a:xfrm>
          <a:prstGeom prst="rect">
            <a:avLst/>
          </a:prstGeom>
        </p:spPr>
        <p:txBody>
          <a:bodyPr wrap="square" lIns="0" tIns="0" rIns="0" bIns="0" rtlCol="0" anchor="t">
            <a:spAutoFit/>
          </a:bodyPr>
          <a:lstStyle/>
          <a:p>
            <a:pPr marL="514350" indent="-514350">
              <a:lnSpc>
                <a:spcPct val="150000"/>
              </a:lnSpc>
              <a:buFont typeface="+mj-lt"/>
              <a:buAutoNum type="arabicPeriod"/>
            </a:pPr>
            <a:r>
              <a:rPr lang="en-US" sz="4000" dirty="0">
                <a:solidFill>
                  <a:srgbClr val="FFC000"/>
                </a:solidFill>
                <a:latin typeface="Libre Baskerville"/>
              </a:rPr>
              <a:t>Design Science Research (DSR): </a:t>
            </a:r>
            <a:r>
              <a:rPr lang="en-US" sz="4000" dirty="0">
                <a:latin typeface="Libre Baskerville"/>
              </a:rPr>
              <a:t>focused on designing and developing a solution to solve a real-world problem.</a:t>
            </a:r>
          </a:p>
          <a:p>
            <a:pPr marL="514350" indent="-514350">
              <a:lnSpc>
                <a:spcPct val="150000"/>
              </a:lnSpc>
              <a:buFont typeface="+mj-lt"/>
              <a:buAutoNum type="arabicPeriod"/>
            </a:pPr>
            <a:r>
              <a:rPr lang="en-US" sz="4000" dirty="0">
                <a:solidFill>
                  <a:srgbClr val="FFC000"/>
                </a:solidFill>
                <a:latin typeface="Libre Baskerville"/>
              </a:rPr>
              <a:t>System Development Life Cycle (SDLC): </a:t>
            </a:r>
            <a:r>
              <a:rPr lang="en-US" sz="4000" dirty="0">
                <a:latin typeface="Libre Baskerville"/>
              </a:rPr>
              <a:t>a framework for planning, designing, developing, testing, and deploying the online platform.</a:t>
            </a:r>
          </a:p>
          <a:p>
            <a:pPr>
              <a:lnSpc>
                <a:spcPct val="150000"/>
              </a:lnSpc>
            </a:pPr>
            <a:r>
              <a:rPr kumimoji="0" lang="en-US" sz="4000" b="0" i="0" u="none" strike="noStrike" kern="1200" cap="none" spc="0" normalizeH="0" baseline="0" noProof="0" dirty="0">
                <a:ln>
                  <a:noFill/>
                </a:ln>
                <a:solidFill>
                  <a:srgbClr val="FFC000"/>
                </a:solidFill>
                <a:effectLst/>
                <a:uLnTx/>
                <a:uFillTx/>
                <a:latin typeface="Libre Baskerville"/>
                <a:ea typeface="+mn-ea"/>
                <a:cs typeface="+mn-cs"/>
              </a:rPr>
              <a:t>3. User-Centered Design (UCD): </a:t>
            </a:r>
            <a:r>
              <a:rPr kumimoji="0" lang="en-US" sz="4000" b="0" i="0" u="none" strike="noStrike" kern="1200" cap="none" spc="0" normalizeH="0" baseline="0" noProof="0" dirty="0">
                <a:ln>
                  <a:noFill/>
                </a:ln>
                <a:solidFill>
                  <a:prstClr val="white"/>
                </a:solidFill>
                <a:effectLst/>
                <a:uLnTx/>
                <a:uFillTx/>
                <a:latin typeface="Libre Baskerville"/>
                <a:ea typeface="+mn-ea"/>
                <a:cs typeface="+mn-cs"/>
              </a:rPr>
              <a:t>prioritizing the needs and experiences of patients and doctors in the design and development process.</a:t>
            </a:r>
            <a:endParaRPr lang="en-US" sz="4000" dirty="0">
              <a:latin typeface="Libre Baskerville"/>
            </a:endParaRPr>
          </a:p>
        </p:txBody>
      </p:sp>
      <p:sp>
        <p:nvSpPr>
          <p:cNvPr id="9" name="TextBox 9"/>
          <p:cNvSpPr txBox="1"/>
          <p:nvPr/>
        </p:nvSpPr>
        <p:spPr>
          <a:xfrm>
            <a:off x="9139238" y="4937125"/>
            <a:ext cx="9525" cy="469900"/>
          </a:xfrm>
          <a:prstGeom prst="rect">
            <a:avLst/>
          </a:prstGeom>
        </p:spPr>
        <p:txBody>
          <a:bodyPr lIns="0" tIns="0" rIns="0" bIns="0" rtlCol="0" anchor="t">
            <a:spAutoFit/>
          </a:bodyPr>
          <a:lstStyle/>
          <a:p>
            <a:pPr algn="ctr">
              <a:lnSpc>
                <a:spcPts val="3500"/>
              </a:lnSpc>
              <a:spcBef>
                <a:spcPct val="0"/>
              </a:spcBef>
            </a:pP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990600" y="952500"/>
            <a:ext cx="16230600"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Methodology</a:t>
            </a:r>
          </a:p>
        </p:txBody>
      </p:sp>
      <p:sp>
        <p:nvSpPr>
          <p:cNvPr id="7" name="TextBox 7"/>
          <p:cNvSpPr txBox="1"/>
          <p:nvPr/>
        </p:nvSpPr>
        <p:spPr>
          <a:xfrm>
            <a:off x="9139238" y="4937125"/>
            <a:ext cx="9525" cy="469900"/>
          </a:xfrm>
          <a:prstGeom prst="rect">
            <a:avLst/>
          </a:prstGeom>
        </p:spPr>
        <p:txBody>
          <a:bodyPr lIns="0" tIns="0" rIns="0" bIns="0" rtlCol="0" anchor="t">
            <a:spAutoFit/>
          </a:bodyPr>
          <a:lstStyle/>
          <a:p>
            <a:pPr algn="ctr">
              <a:lnSpc>
                <a:spcPts val="3500"/>
              </a:lnSpc>
              <a:spcBef>
                <a:spcPct val="0"/>
              </a:spcBef>
            </a:pPr>
            <a:endParaRPr dirty="0"/>
          </a:p>
        </p:txBody>
      </p:sp>
      <p:sp>
        <p:nvSpPr>
          <p:cNvPr id="11" name="TextBox 7"/>
          <p:cNvSpPr txBox="1"/>
          <p:nvPr/>
        </p:nvSpPr>
        <p:spPr>
          <a:xfrm>
            <a:off x="685800" y="4076700"/>
            <a:ext cx="7924800" cy="5443157"/>
          </a:xfrm>
          <a:prstGeom prst="rect">
            <a:avLst/>
          </a:prstGeom>
        </p:spPr>
        <p:txBody>
          <a:bodyPr wrap="square" lIns="0" tIns="0" rIns="0" bIns="0" rtlCol="0" anchor="t">
            <a:spAutoFit/>
          </a:bodyPr>
          <a:lstStyle/>
          <a:p>
            <a:pPr marL="457200" indent="-457200" algn="l">
              <a:lnSpc>
                <a:spcPct val="150000"/>
              </a:lnSpc>
              <a:buFontTx/>
              <a:buChar char="-"/>
            </a:pPr>
            <a:r>
              <a:rPr lang="en-US" sz="4000" b="1" dirty="0">
                <a:latin typeface="Libre Baskerville"/>
              </a:rPr>
              <a:t>Identifies and defines real-world problems</a:t>
            </a:r>
          </a:p>
          <a:p>
            <a:pPr marL="457200" indent="-457200" algn="l">
              <a:lnSpc>
                <a:spcPct val="150000"/>
              </a:lnSpc>
              <a:buFontTx/>
              <a:buChar char="-"/>
            </a:pPr>
            <a:r>
              <a:rPr lang="en-US" sz="4000" b="1" dirty="0">
                <a:latin typeface="Libre Baskerville"/>
              </a:rPr>
              <a:t>Designs and develops innovative solutions</a:t>
            </a:r>
          </a:p>
          <a:p>
            <a:pPr marL="457200" indent="-457200" algn="l">
              <a:lnSpc>
                <a:spcPct val="150000"/>
              </a:lnSpc>
              <a:buFontTx/>
              <a:buChar char="-"/>
            </a:pPr>
            <a:r>
              <a:rPr lang="en-US" sz="4000" b="1" dirty="0">
                <a:latin typeface="Libre Baskerville"/>
              </a:rPr>
              <a:t>Evaluates and refines solutions through iteration</a:t>
            </a:r>
          </a:p>
        </p:txBody>
      </p:sp>
      <p:sp>
        <p:nvSpPr>
          <p:cNvPr id="12" name="TextBox 8"/>
          <p:cNvSpPr txBox="1"/>
          <p:nvPr/>
        </p:nvSpPr>
        <p:spPr>
          <a:xfrm>
            <a:off x="1066800" y="2872687"/>
            <a:ext cx="11625835" cy="615553"/>
          </a:xfrm>
          <a:prstGeom prst="rect">
            <a:avLst/>
          </a:prstGeom>
        </p:spPr>
        <p:txBody>
          <a:bodyPr wrap="square" lIns="0" tIns="0" rIns="0" bIns="0" rtlCol="0" anchor="t">
            <a:spAutoFit/>
          </a:bodyPr>
          <a:lstStyle/>
          <a:p>
            <a:pPr algn="l"/>
            <a:r>
              <a:rPr lang="en-US" sz="4000" b="1" dirty="0">
                <a:solidFill>
                  <a:srgbClr val="FFC000"/>
                </a:solidFill>
                <a:latin typeface="Libre Baskerville"/>
              </a:rPr>
              <a:t>Design Science Research (DSR):</a:t>
            </a:r>
          </a:p>
        </p:txBody>
      </p:sp>
      <p:pic>
        <p:nvPicPr>
          <p:cNvPr id="2052" name="Picture 4" descr="Design science research process model (DSR cycle) according to [23] |  Download Scientific Diagram">
            <a:extLst>
              <a:ext uri="{FF2B5EF4-FFF2-40B4-BE49-F238E27FC236}">
                <a16:creationId xmlns:a16="http://schemas.microsoft.com/office/drawing/2014/main" id="{5701FBEA-9FD4-8130-AA22-2AACC2EC89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83754" y="4076700"/>
            <a:ext cx="8096250" cy="47720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028700" y="952500"/>
            <a:ext cx="16230600"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Methodology</a:t>
            </a:r>
          </a:p>
        </p:txBody>
      </p:sp>
      <p:sp>
        <p:nvSpPr>
          <p:cNvPr id="7" name="TextBox 7"/>
          <p:cNvSpPr txBox="1"/>
          <p:nvPr/>
        </p:nvSpPr>
        <p:spPr>
          <a:xfrm>
            <a:off x="9139238" y="4937125"/>
            <a:ext cx="9525" cy="469900"/>
          </a:xfrm>
          <a:prstGeom prst="rect">
            <a:avLst/>
          </a:prstGeom>
        </p:spPr>
        <p:txBody>
          <a:bodyPr lIns="0" tIns="0" rIns="0" bIns="0" rtlCol="0" anchor="t">
            <a:spAutoFit/>
          </a:bodyPr>
          <a:lstStyle/>
          <a:p>
            <a:pPr algn="ctr">
              <a:lnSpc>
                <a:spcPts val="3500"/>
              </a:lnSpc>
              <a:spcBef>
                <a:spcPct val="0"/>
              </a:spcBef>
            </a:pPr>
            <a:endParaRPr dirty="0"/>
          </a:p>
        </p:txBody>
      </p:sp>
      <p:sp>
        <p:nvSpPr>
          <p:cNvPr id="9" name="TextBox 8"/>
          <p:cNvSpPr txBox="1"/>
          <p:nvPr/>
        </p:nvSpPr>
        <p:spPr>
          <a:xfrm>
            <a:off x="1328164" y="2872687"/>
            <a:ext cx="12921235" cy="480260"/>
          </a:xfrm>
          <a:prstGeom prst="rect">
            <a:avLst/>
          </a:prstGeom>
        </p:spPr>
        <p:txBody>
          <a:bodyPr wrap="square" lIns="0" tIns="0" rIns="0" bIns="0" rtlCol="0" anchor="t">
            <a:spAutoFit/>
          </a:bodyPr>
          <a:lstStyle/>
          <a:p>
            <a:pPr algn="l">
              <a:lnSpc>
                <a:spcPts val="3600"/>
              </a:lnSpc>
            </a:pPr>
            <a:r>
              <a:rPr lang="en-US" sz="4000" b="1" dirty="0">
                <a:solidFill>
                  <a:srgbClr val="FFC000"/>
                </a:solidFill>
                <a:latin typeface="Libre Baskerville"/>
              </a:rPr>
              <a:t>System Development Life Cycle (SDLC):</a:t>
            </a:r>
          </a:p>
        </p:txBody>
      </p:sp>
      <p:sp>
        <p:nvSpPr>
          <p:cNvPr id="10" name="TextBox 7"/>
          <p:cNvSpPr txBox="1"/>
          <p:nvPr/>
        </p:nvSpPr>
        <p:spPr>
          <a:xfrm>
            <a:off x="1600200" y="3623630"/>
            <a:ext cx="5172075" cy="6366486"/>
          </a:xfrm>
          <a:prstGeom prst="rect">
            <a:avLst/>
          </a:prstGeom>
        </p:spPr>
        <p:txBody>
          <a:bodyPr wrap="square" lIns="0" tIns="0" rIns="0" bIns="0" rtlCol="0" anchor="t">
            <a:spAutoFit/>
          </a:bodyPr>
          <a:lstStyle/>
          <a:p>
            <a:pPr marL="457200" indent="-457200" algn="l">
              <a:lnSpc>
                <a:spcPct val="150000"/>
              </a:lnSpc>
              <a:buFontTx/>
              <a:buChar char="-"/>
            </a:pPr>
            <a:r>
              <a:rPr lang="en-US" sz="4000" b="1" dirty="0">
                <a:solidFill>
                  <a:schemeClr val="tx1">
                    <a:lumMod val="95000"/>
                  </a:schemeClr>
                </a:solidFill>
                <a:latin typeface="Libre Baskerville"/>
              </a:rPr>
              <a:t>Planning</a:t>
            </a:r>
          </a:p>
          <a:p>
            <a:pPr marL="457200" indent="-457200" algn="l">
              <a:lnSpc>
                <a:spcPct val="150000"/>
              </a:lnSpc>
              <a:buFontTx/>
              <a:buChar char="-"/>
            </a:pPr>
            <a:r>
              <a:rPr lang="en-US" sz="4000" b="1" dirty="0">
                <a:solidFill>
                  <a:schemeClr val="tx1">
                    <a:lumMod val="95000"/>
                  </a:schemeClr>
                </a:solidFill>
                <a:latin typeface="Libre Baskerville"/>
              </a:rPr>
              <a:t>Analysis</a:t>
            </a:r>
          </a:p>
          <a:p>
            <a:pPr marL="457200" indent="-457200" algn="l">
              <a:lnSpc>
                <a:spcPct val="150000"/>
              </a:lnSpc>
              <a:buFontTx/>
              <a:buChar char="-"/>
            </a:pPr>
            <a:r>
              <a:rPr lang="en-US" sz="4000" b="1" dirty="0">
                <a:solidFill>
                  <a:schemeClr val="tx1">
                    <a:lumMod val="95000"/>
                  </a:schemeClr>
                </a:solidFill>
                <a:latin typeface="Libre Baskerville"/>
              </a:rPr>
              <a:t>Design</a:t>
            </a:r>
          </a:p>
          <a:p>
            <a:pPr marL="457200" indent="-457200" algn="l">
              <a:lnSpc>
                <a:spcPct val="150000"/>
              </a:lnSpc>
              <a:buFontTx/>
              <a:buChar char="-"/>
            </a:pPr>
            <a:r>
              <a:rPr lang="en-US" sz="4000" b="1" dirty="0">
                <a:solidFill>
                  <a:schemeClr val="tx1">
                    <a:lumMod val="95000"/>
                  </a:schemeClr>
                </a:solidFill>
                <a:latin typeface="Libre Baskerville"/>
              </a:rPr>
              <a:t>Implementation</a:t>
            </a:r>
          </a:p>
          <a:p>
            <a:pPr marL="457200" indent="-457200" algn="l">
              <a:lnSpc>
                <a:spcPct val="150000"/>
              </a:lnSpc>
              <a:buFontTx/>
              <a:buChar char="-"/>
            </a:pPr>
            <a:r>
              <a:rPr lang="en-US" sz="4000" b="1" dirty="0">
                <a:solidFill>
                  <a:schemeClr val="tx1">
                    <a:lumMod val="95000"/>
                  </a:schemeClr>
                </a:solidFill>
                <a:latin typeface="Libre Baskerville"/>
              </a:rPr>
              <a:t>Testing</a:t>
            </a:r>
          </a:p>
          <a:p>
            <a:pPr marL="457200" indent="-457200" algn="l">
              <a:lnSpc>
                <a:spcPct val="150000"/>
              </a:lnSpc>
              <a:buFontTx/>
              <a:buChar char="-"/>
            </a:pPr>
            <a:r>
              <a:rPr lang="en-US" sz="4000" b="1" dirty="0">
                <a:solidFill>
                  <a:schemeClr val="tx1">
                    <a:lumMod val="95000"/>
                  </a:schemeClr>
                </a:solidFill>
                <a:latin typeface="Libre Baskerville"/>
              </a:rPr>
              <a:t>Deployment</a:t>
            </a:r>
          </a:p>
          <a:p>
            <a:pPr marL="457200" indent="-457200" algn="l">
              <a:lnSpc>
                <a:spcPct val="150000"/>
              </a:lnSpc>
              <a:buFontTx/>
              <a:buChar char="-"/>
            </a:pPr>
            <a:r>
              <a:rPr lang="en-US" sz="4000" b="1" dirty="0">
                <a:solidFill>
                  <a:schemeClr val="tx1">
                    <a:lumMod val="95000"/>
                  </a:schemeClr>
                </a:solidFill>
                <a:latin typeface="Libre Baskerville"/>
              </a:rPr>
              <a:t>Maintenance</a:t>
            </a:r>
          </a:p>
        </p:txBody>
      </p:sp>
      <p:pic>
        <p:nvPicPr>
          <p:cNvPr id="3074" name="Picture 2" descr="Understanding the System Development Life Cycle (SDLC)">
            <a:extLst>
              <a:ext uri="{FF2B5EF4-FFF2-40B4-BE49-F238E27FC236}">
                <a16:creationId xmlns:a16="http://schemas.microsoft.com/office/drawing/2014/main" id="{A813DA1D-134B-BD3E-E1E3-8F4A0A50AB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39238" y="4568533"/>
            <a:ext cx="4057650" cy="402966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762000" y="952500"/>
            <a:ext cx="16230600"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Methodology</a:t>
            </a:r>
          </a:p>
        </p:txBody>
      </p:sp>
      <p:sp>
        <p:nvSpPr>
          <p:cNvPr id="7" name="TextBox 7"/>
          <p:cNvSpPr txBox="1"/>
          <p:nvPr/>
        </p:nvSpPr>
        <p:spPr>
          <a:xfrm>
            <a:off x="9139238" y="4937125"/>
            <a:ext cx="9525" cy="469900"/>
          </a:xfrm>
          <a:prstGeom prst="rect">
            <a:avLst/>
          </a:prstGeom>
        </p:spPr>
        <p:txBody>
          <a:bodyPr lIns="0" tIns="0" rIns="0" bIns="0" rtlCol="0" anchor="t">
            <a:spAutoFit/>
          </a:bodyPr>
          <a:lstStyle/>
          <a:p>
            <a:pPr algn="ctr">
              <a:lnSpc>
                <a:spcPts val="3500"/>
              </a:lnSpc>
              <a:spcBef>
                <a:spcPct val="0"/>
              </a:spcBef>
            </a:pPr>
            <a:endParaRPr dirty="0"/>
          </a:p>
        </p:txBody>
      </p:sp>
      <p:sp>
        <p:nvSpPr>
          <p:cNvPr id="9" name="TextBox 7"/>
          <p:cNvSpPr txBox="1"/>
          <p:nvPr/>
        </p:nvSpPr>
        <p:spPr>
          <a:xfrm>
            <a:off x="381000" y="3576172"/>
            <a:ext cx="12664521" cy="5443157"/>
          </a:xfrm>
          <a:prstGeom prst="rect">
            <a:avLst/>
          </a:prstGeom>
        </p:spPr>
        <p:txBody>
          <a:bodyPr wrap="square" lIns="0" tIns="0" rIns="0" bIns="0" rtlCol="0" anchor="ctr">
            <a:spAutoFit/>
          </a:bodyPr>
          <a:lstStyle/>
          <a:p>
            <a:pPr marL="1371600" lvl="2" indent="-457200">
              <a:lnSpc>
                <a:spcPct val="150000"/>
              </a:lnSpc>
              <a:buFontTx/>
              <a:buChar char="-"/>
            </a:pPr>
            <a:r>
              <a:rPr lang="en-US" sz="4000" dirty="0">
                <a:solidFill>
                  <a:schemeClr val="tx1">
                    <a:lumMod val="95000"/>
                  </a:schemeClr>
                </a:solidFill>
                <a:latin typeface="Libre Baskerville"/>
              </a:rPr>
              <a:t>Focus on users' needs and experiences</a:t>
            </a:r>
          </a:p>
          <a:p>
            <a:pPr marL="1371600" lvl="2" indent="-457200">
              <a:lnSpc>
                <a:spcPct val="150000"/>
              </a:lnSpc>
              <a:buFontTx/>
              <a:buChar char="-"/>
            </a:pPr>
            <a:r>
              <a:rPr lang="en-US" sz="4000" dirty="0">
                <a:solidFill>
                  <a:schemeClr val="tx1">
                    <a:lumMod val="95000"/>
                  </a:schemeClr>
                </a:solidFill>
                <a:latin typeface="Libre Baskerville"/>
              </a:rPr>
              <a:t>Empathize with patients and doctor</a:t>
            </a:r>
          </a:p>
          <a:p>
            <a:pPr marL="1371600" lvl="2" indent="-457200">
              <a:lnSpc>
                <a:spcPct val="150000"/>
              </a:lnSpc>
              <a:buFontTx/>
              <a:buChar char="-"/>
            </a:pPr>
            <a:r>
              <a:rPr lang="en-US" sz="4000" dirty="0">
                <a:solidFill>
                  <a:schemeClr val="tx1">
                    <a:lumMod val="95000"/>
                  </a:schemeClr>
                </a:solidFill>
                <a:latin typeface="Libre Baskerville"/>
              </a:rPr>
              <a:t>Understand their goals, behaviors, and motivations</a:t>
            </a:r>
          </a:p>
          <a:p>
            <a:pPr marL="1371600" lvl="2" indent="-457200">
              <a:lnSpc>
                <a:spcPct val="150000"/>
              </a:lnSpc>
              <a:buFontTx/>
              <a:buChar char="-"/>
            </a:pPr>
            <a:r>
              <a:rPr lang="en-US" sz="4000" dirty="0">
                <a:solidFill>
                  <a:schemeClr val="tx1">
                    <a:lumMod val="95000"/>
                  </a:schemeClr>
                </a:solidFill>
                <a:latin typeface="Libre Baskerville"/>
              </a:rPr>
              <a:t>Design solutions that meet their needs</a:t>
            </a:r>
          </a:p>
          <a:p>
            <a:pPr marL="1371600" lvl="2" indent="-457200">
              <a:lnSpc>
                <a:spcPct val="150000"/>
              </a:lnSpc>
              <a:buFontTx/>
              <a:buChar char="-"/>
            </a:pPr>
            <a:r>
              <a:rPr lang="en-US" sz="4000" dirty="0">
                <a:solidFill>
                  <a:schemeClr val="tx1">
                    <a:lumMod val="95000"/>
                  </a:schemeClr>
                </a:solidFill>
                <a:latin typeface="Libre Baskerville"/>
              </a:rPr>
              <a:t>Test and refine with user feedback</a:t>
            </a:r>
          </a:p>
        </p:txBody>
      </p:sp>
      <p:sp>
        <p:nvSpPr>
          <p:cNvPr id="3" name="TextBox 2">
            <a:extLst>
              <a:ext uri="{FF2B5EF4-FFF2-40B4-BE49-F238E27FC236}">
                <a16:creationId xmlns:a16="http://schemas.microsoft.com/office/drawing/2014/main" id="{F1F63ADF-3953-C16C-BD96-24A1019E853C}"/>
              </a:ext>
            </a:extLst>
          </p:cNvPr>
          <p:cNvSpPr txBox="1"/>
          <p:nvPr/>
        </p:nvSpPr>
        <p:spPr>
          <a:xfrm>
            <a:off x="1447800" y="2493886"/>
            <a:ext cx="9914626" cy="707886"/>
          </a:xfrm>
          <a:prstGeom prst="rect">
            <a:avLst/>
          </a:prstGeom>
          <a:noFill/>
        </p:spPr>
        <p:txBody>
          <a:bodyPr wrap="square">
            <a:spAutoFit/>
          </a:bodyPr>
          <a:lstStyle/>
          <a:p>
            <a:r>
              <a:rPr kumimoji="0" lang="en-US" sz="4000" b="0" i="0" u="none" strike="noStrike" kern="1200" cap="none" spc="0" normalizeH="0" baseline="0" noProof="0" dirty="0">
                <a:ln>
                  <a:noFill/>
                </a:ln>
                <a:solidFill>
                  <a:srgbClr val="FFC000"/>
                </a:solidFill>
                <a:effectLst/>
                <a:uLnTx/>
                <a:uFillTx/>
                <a:latin typeface="Libre Baskerville"/>
                <a:ea typeface="+mn-ea"/>
                <a:cs typeface="+mn-cs"/>
              </a:rPr>
              <a:t>User-Centered Design (UCD)</a:t>
            </a:r>
            <a:r>
              <a:rPr lang="en-US" sz="4000" dirty="0">
                <a:solidFill>
                  <a:srgbClr val="FFC000"/>
                </a:solidFill>
                <a:latin typeface="Libre Baskerville"/>
              </a:rPr>
              <a:t>:</a:t>
            </a:r>
            <a:endParaRPr kumimoji="0" lang="en-US" sz="4000" b="0" i="0" u="none" strike="noStrike" kern="1200" cap="none" spc="0" normalizeH="0" baseline="0" noProof="0" dirty="0">
              <a:ln>
                <a:noFill/>
              </a:ln>
              <a:solidFill>
                <a:srgbClr val="FFC000"/>
              </a:solidFill>
              <a:effectLst/>
              <a:uLnTx/>
              <a:uFillTx/>
              <a:latin typeface="Libre Baskerville"/>
              <a:ea typeface="+mn-ea"/>
              <a:cs typeface="+mn-cs"/>
            </a:endParaRPr>
          </a:p>
        </p:txBody>
      </p:sp>
      <p:pic>
        <p:nvPicPr>
          <p:cNvPr id="4" name="Picture 3">
            <a:extLst>
              <a:ext uri="{FF2B5EF4-FFF2-40B4-BE49-F238E27FC236}">
                <a16:creationId xmlns:a16="http://schemas.microsoft.com/office/drawing/2014/main" id="{40B23685-B7A1-B2DF-981D-6B93488655C6}"/>
              </a:ext>
            </a:extLst>
          </p:cNvPr>
          <p:cNvPicPr>
            <a:picLocks noChangeAspect="1"/>
          </p:cNvPicPr>
          <p:nvPr/>
        </p:nvPicPr>
        <p:blipFill>
          <a:blip r:embed="rId2"/>
          <a:stretch>
            <a:fillRect/>
          </a:stretch>
        </p:blipFill>
        <p:spPr>
          <a:xfrm>
            <a:off x="13348902" y="3851225"/>
            <a:ext cx="3977958" cy="38861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7"/>
          <p:cNvSpPr txBox="1"/>
          <p:nvPr/>
        </p:nvSpPr>
        <p:spPr>
          <a:xfrm>
            <a:off x="-2819400" y="230379"/>
            <a:ext cx="23622000" cy="1166986"/>
          </a:xfrm>
          <a:prstGeom prst="rect">
            <a:avLst/>
          </a:prstGeom>
        </p:spPr>
        <p:txBody>
          <a:bodyPr wrap="square" lIns="0" tIns="0" rIns="0" bIns="0" rtlCol="0" anchor="t">
            <a:spAutoFit/>
          </a:bodyPr>
          <a:lstStyle/>
          <a:p>
            <a:pPr algn="ctr">
              <a:lnSpc>
                <a:spcPts val="9060"/>
              </a:lnSpc>
            </a:pPr>
            <a:r>
              <a:rPr lang="en-US" sz="8000" dirty="0">
                <a:solidFill>
                  <a:srgbClr val="000000"/>
                </a:solidFill>
                <a:latin typeface="Yeseva One"/>
              </a:rPr>
              <a:t>Result</a:t>
            </a:r>
          </a:p>
        </p:txBody>
      </p:sp>
      <p:sp>
        <p:nvSpPr>
          <p:cNvPr id="11" name="TextBox 10"/>
          <p:cNvSpPr txBox="1"/>
          <p:nvPr/>
        </p:nvSpPr>
        <p:spPr>
          <a:xfrm>
            <a:off x="2590800" y="1876872"/>
            <a:ext cx="13182600" cy="1025922"/>
          </a:xfrm>
          <a:prstGeom prst="rect">
            <a:avLst/>
          </a:prstGeom>
        </p:spPr>
        <p:txBody>
          <a:bodyPr wrap="square" lIns="0" tIns="0" rIns="0" bIns="0" rtlCol="0" anchor="t">
            <a:spAutoFit/>
          </a:bodyPr>
          <a:lstStyle/>
          <a:p>
            <a:pPr algn="l">
              <a:lnSpc>
                <a:spcPts val="3999"/>
              </a:lnSpc>
            </a:pPr>
            <a:r>
              <a:rPr lang="en-US" sz="3999" b="1" dirty="0">
                <a:solidFill>
                  <a:srgbClr val="FFC000"/>
                </a:solidFill>
                <a:latin typeface="Yeseva One"/>
              </a:rPr>
              <a:t> </a:t>
            </a:r>
          </a:p>
          <a:p>
            <a:pPr algn="l">
              <a:lnSpc>
                <a:spcPts val="3999"/>
              </a:lnSpc>
            </a:pPr>
            <a:endParaRPr lang="en-US" sz="3999" b="1" dirty="0">
              <a:solidFill>
                <a:srgbClr val="FFC000"/>
              </a:solidFill>
              <a:latin typeface="Yeseva One"/>
            </a:endParaRPr>
          </a:p>
        </p:txBody>
      </p:sp>
      <p:pic>
        <p:nvPicPr>
          <p:cNvPr id="8" name="Picture 7">
            <a:extLst>
              <a:ext uri="{FF2B5EF4-FFF2-40B4-BE49-F238E27FC236}">
                <a16:creationId xmlns:a16="http://schemas.microsoft.com/office/drawing/2014/main" id="{99413BF1-DE1E-955C-AD6D-10298C405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351347"/>
            <a:ext cx="7166644" cy="4084291"/>
          </a:xfrm>
          <a:prstGeom prst="rect">
            <a:avLst/>
          </a:prstGeom>
        </p:spPr>
      </p:pic>
      <p:pic>
        <p:nvPicPr>
          <p:cNvPr id="10" name="Picture 9">
            <a:extLst>
              <a:ext uri="{FF2B5EF4-FFF2-40B4-BE49-F238E27FC236}">
                <a16:creationId xmlns:a16="http://schemas.microsoft.com/office/drawing/2014/main" id="{5DA98CBF-AB0F-1271-4DC7-6DCA346C67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1800" y="4045780"/>
            <a:ext cx="7166644" cy="4364348"/>
          </a:xfrm>
          <a:prstGeom prst="rect">
            <a:avLst/>
          </a:prstGeom>
        </p:spPr>
      </p:pic>
      <p:sp>
        <p:nvSpPr>
          <p:cNvPr id="12" name="TextBox 11">
            <a:extLst>
              <a:ext uri="{FF2B5EF4-FFF2-40B4-BE49-F238E27FC236}">
                <a16:creationId xmlns:a16="http://schemas.microsoft.com/office/drawing/2014/main" id="{6D04357A-E52E-19F3-1CE8-D0D696F1A319}"/>
              </a:ext>
            </a:extLst>
          </p:cNvPr>
          <p:cNvSpPr txBox="1"/>
          <p:nvPr/>
        </p:nvSpPr>
        <p:spPr>
          <a:xfrm>
            <a:off x="2133600" y="6910113"/>
            <a:ext cx="5715000" cy="707886"/>
          </a:xfrm>
          <a:prstGeom prst="rect">
            <a:avLst/>
          </a:prstGeom>
          <a:noFill/>
        </p:spPr>
        <p:txBody>
          <a:bodyPr wrap="square" rtlCol="0">
            <a:spAutoFit/>
          </a:bodyPr>
          <a:lstStyle/>
          <a:p>
            <a:pPr algn="ctr"/>
            <a:r>
              <a:rPr lang="en-IN" sz="2000" dirty="0">
                <a:latin typeface="Times New Roman" panose="02020603050405020304" pitchFamily="18" charset="0"/>
                <a:ea typeface="Tahoma" panose="020B0604030504040204" pitchFamily="34" charset="0"/>
                <a:cs typeface="Times New Roman" panose="02020603050405020304" pitchFamily="18" charset="0"/>
              </a:rPr>
              <a:t>Doctor and patient portal </a:t>
            </a:r>
          </a:p>
          <a:p>
            <a:pPr algn="ctr"/>
            <a:r>
              <a:rPr lang="en-IN" sz="2000" dirty="0">
                <a:latin typeface="Times New Roman" panose="02020603050405020304" pitchFamily="18" charset="0"/>
                <a:ea typeface="Tahoma" panose="020B0604030504040204" pitchFamily="34" charset="0"/>
                <a:cs typeface="Times New Roman" panose="02020603050405020304" pitchFamily="18" charset="0"/>
              </a:rPr>
              <a:t>main page</a:t>
            </a:r>
          </a:p>
        </p:txBody>
      </p:sp>
      <p:sp>
        <p:nvSpPr>
          <p:cNvPr id="13" name="TextBox 12">
            <a:extLst>
              <a:ext uri="{FF2B5EF4-FFF2-40B4-BE49-F238E27FC236}">
                <a16:creationId xmlns:a16="http://schemas.microsoft.com/office/drawing/2014/main" id="{50982AE1-6C93-8B6B-8676-788E4A5D08A4}"/>
              </a:ext>
            </a:extLst>
          </p:cNvPr>
          <p:cNvSpPr txBox="1"/>
          <p:nvPr/>
        </p:nvSpPr>
        <p:spPr>
          <a:xfrm>
            <a:off x="11963400" y="8836403"/>
            <a:ext cx="5002781" cy="400110"/>
          </a:xfrm>
          <a:prstGeom prst="rect">
            <a:avLst/>
          </a:prstGeom>
          <a:noFill/>
        </p:spPr>
        <p:txBody>
          <a:bodyPr wrap="square" rtlCol="0">
            <a:spAutoFit/>
          </a:bodyPr>
          <a:lstStyle/>
          <a:p>
            <a:pPr algn="ctr"/>
            <a:r>
              <a:rPr lang="en-IN" sz="2000" dirty="0">
                <a:latin typeface="Times New Roman" panose="02020603050405020304" pitchFamily="18" charset="0"/>
                <a:ea typeface="Tahoma" panose="020B0604030504040204" pitchFamily="34" charset="0"/>
                <a:cs typeface="Times New Roman" panose="02020603050405020304" pitchFamily="18" charset="0"/>
              </a:rPr>
              <a:t>Home</a:t>
            </a:r>
            <a:r>
              <a:rPr lang="en-IN" sz="2000" dirty="0"/>
              <a:t> </a:t>
            </a:r>
            <a:r>
              <a:rPr lang="en-IN" sz="2000" dirty="0">
                <a:latin typeface="Times New Roman" panose="02020603050405020304" pitchFamily="18" charset="0"/>
                <a:ea typeface="Tahoma" panose="020B0604030504040204" pitchFamily="34" charset="0"/>
                <a:cs typeface="Times New Roman" panose="02020603050405020304" pitchFamily="18" charset="0"/>
              </a:rPr>
              <a:t>page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A01024C-1140-56BE-4F8D-1DE8C5A4E5F9}"/>
              </a:ext>
            </a:extLst>
          </p:cNvPr>
          <p:cNvPicPr>
            <a:picLocks noChangeAspect="1"/>
          </p:cNvPicPr>
          <p:nvPr/>
        </p:nvPicPr>
        <p:blipFill>
          <a:blip r:embed="rId2"/>
          <a:srcRect/>
          <a:stretch>
            <a:fillRect/>
          </a:stretch>
        </p:blipFill>
        <p:spPr bwMode="auto">
          <a:xfrm>
            <a:off x="609600" y="2019300"/>
            <a:ext cx="7696200" cy="4326646"/>
          </a:xfrm>
          <a:prstGeom prst="rect">
            <a:avLst/>
          </a:prstGeom>
          <a:noFill/>
          <a:ln w="9525">
            <a:noFill/>
            <a:miter lim="800000"/>
            <a:headEnd/>
            <a:tailEnd/>
          </a:ln>
        </p:spPr>
      </p:pic>
      <p:pic>
        <p:nvPicPr>
          <p:cNvPr id="7" name="Picture 6">
            <a:extLst>
              <a:ext uri="{FF2B5EF4-FFF2-40B4-BE49-F238E27FC236}">
                <a16:creationId xmlns:a16="http://schemas.microsoft.com/office/drawing/2014/main" id="{32FDE15D-BB37-E955-6D09-F117C5A2356A}"/>
              </a:ext>
            </a:extLst>
          </p:cNvPr>
          <p:cNvPicPr>
            <a:picLocks noChangeAspect="1"/>
          </p:cNvPicPr>
          <p:nvPr/>
        </p:nvPicPr>
        <p:blipFill>
          <a:blip r:embed="rId3"/>
          <a:srcRect/>
          <a:stretch>
            <a:fillRect/>
          </a:stretch>
        </p:blipFill>
        <p:spPr bwMode="auto">
          <a:xfrm>
            <a:off x="9372600" y="4076700"/>
            <a:ext cx="7696200" cy="4326646"/>
          </a:xfrm>
          <a:prstGeom prst="rect">
            <a:avLst/>
          </a:prstGeom>
          <a:noFill/>
          <a:ln w="9525">
            <a:noFill/>
            <a:miter lim="800000"/>
            <a:headEnd/>
            <a:tailEnd/>
          </a:ln>
        </p:spPr>
      </p:pic>
      <p:sp>
        <p:nvSpPr>
          <p:cNvPr id="10" name="TextBox 9">
            <a:extLst>
              <a:ext uri="{FF2B5EF4-FFF2-40B4-BE49-F238E27FC236}">
                <a16:creationId xmlns:a16="http://schemas.microsoft.com/office/drawing/2014/main" id="{249454E4-3E58-4FAE-05E0-096FCE618EA6}"/>
              </a:ext>
            </a:extLst>
          </p:cNvPr>
          <p:cNvSpPr txBox="1"/>
          <p:nvPr/>
        </p:nvSpPr>
        <p:spPr>
          <a:xfrm>
            <a:off x="5981700" y="162464"/>
            <a:ext cx="6324600" cy="1307480"/>
          </a:xfrm>
          <a:prstGeom prst="rect">
            <a:avLst/>
          </a:prstGeom>
          <a:noFill/>
        </p:spPr>
        <p:txBody>
          <a:bodyPr wrap="square" rtlCol="0">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
        <p:nvSpPr>
          <p:cNvPr id="12" name="TextBox 11">
            <a:extLst>
              <a:ext uri="{FF2B5EF4-FFF2-40B4-BE49-F238E27FC236}">
                <a16:creationId xmlns:a16="http://schemas.microsoft.com/office/drawing/2014/main" id="{FE950BBD-F9B7-5469-F0DA-5A41DAF342BB}"/>
              </a:ext>
            </a:extLst>
          </p:cNvPr>
          <p:cNvSpPr txBox="1"/>
          <p:nvPr/>
        </p:nvSpPr>
        <p:spPr>
          <a:xfrm>
            <a:off x="-118613" y="6895302"/>
            <a:ext cx="9152626" cy="707886"/>
          </a:xfrm>
          <a:prstGeom prst="rect">
            <a:avLst/>
          </a:prstGeom>
          <a:noFill/>
        </p:spPr>
        <p:txBody>
          <a:bodyPr wrap="square">
            <a:spAutoFit/>
          </a:bodyPr>
          <a:lstStyle/>
          <a:p>
            <a:pPr algn="ctr"/>
            <a:r>
              <a:rPr lang="en-US" sz="4000" b="1"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PATIENT LOGIN</a:t>
            </a:r>
            <a:endParaRPr lang="en-IN" sz="2000" dirty="0">
              <a:effectLst/>
              <a:latin typeface="Times New Roman" panose="02020603050405020304" pitchFamily="18" charset="0"/>
              <a:ea typeface="Times New Roman" panose="02020603050405020304" pitchFamily="18" charset="0"/>
            </a:endParaRPr>
          </a:p>
        </p:txBody>
      </p:sp>
      <p:sp>
        <p:nvSpPr>
          <p:cNvPr id="14" name="TextBox 13">
            <a:extLst>
              <a:ext uri="{FF2B5EF4-FFF2-40B4-BE49-F238E27FC236}">
                <a16:creationId xmlns:a16="http://schemas.microsoft.com/office/drawing/2014/main" id="{CF905045-017B-29D5-99B0-45E74A0D5922}"/>
              </a:ext>
            </a:extLst>
          </p:cNvPr>
          <p:cNvSpPr txBox="1"/>
          <p:nvPr/>
        </p:nvSpPr>
        <p:spPr>
          <a:xfrm>
            <a:off x="11582400" y="8877300"/>
            <a:ext cx="9852084" cy="400110"/>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PATIENT HOME</a:t>
            </a:r>
            <a:endParaRPr lang="en-IN" sz="2000" dirty="0"/>
          </a:p>
        </p:txBody>
      </p:sp>
    </p:spTree>
    <p:extLst>
      <p:ext uri="{BB962C8B-B14F-4D97-AF65-F5344CB8AC3E}">
        <p14:creationId xmlns:p14="http://schemas.microsoft.com/office/powerpoint/2010/main" val="1361282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96E9846-4D58-83A4-9E95-A9974C3C3F80}"/>
              </a:ext>
            </a:extLst>
          </p:cNvPr>
          <p:cNvPicPr>
            <a:picLocks noChangeAspect="1"/>
          </p:cNvPicPr>
          <p:nvPr/>
        </p:nvPicPr>
        <p:blipFill>
          <a:blip r:embed="rId2"/>
          <a:srcRect/>
          <a:stretch>
            <a:fillRect/>
          </a:stretch>
        </p:blipFill>
        <p:spPr bwMode="auto">
          <a:xfrm>
            <a:off x="457200" y="1714500"/>
            <a:ext cx="8191071" cy="4551923"/>
          </a:xfrm>
          <a:prstGeom prst="rect">
            <a:avLst/>
          </a:prstGeom>
          <a:noFill/>
          <a:ln w="9525">
            <a:noFill/>
            <a:miter lim="800000"/>
            <a:headEnd/>
            <a:tailEnd/>
          </a:ln>
        </p:spPr>
      </p:pic>
      <p:pic>
        <p:nvPicPr>
          <p:cNvPr id="7" name="Picture 6">
            <a:extLst>
              <a:ext uri="{FF2B5EF4-FFF2-40B4-BE49-F238E27FC236}">
                <a16:creationId xmlns:a16="http://schemas.microsoft.com/office/drawing/2014/main" id="{EEFC327B-31BE-2FEA-4929-B6B4DE293137}"/>
              </a:ext>
            </a:extLst>
          </p:cNvPr>
          <p:cNvPicPr>
            <a:picLocks noChangeAspect="1"/>
          </p:cNvPicPr>
          <p:nvPr/>
        </p:nvPicPr>
        <p:blipFill>
          <a:blip r:embed="rId3"/>
          <a:srcRect/>
          <a:stretch>
            <a:fillRect/>
          </a:stretch>
        </p:blipFill>
        <p:spPr bwMode="auto">
          <a:xfrm>
            <a:off x="9372600" y="3990461"/>
            <a:ext cx="8191071" cy="4451465"/>
          </a:xfrm>
          <a:prstGeom prst="rect">
            <a:avLst/>
          </a:prstGeom>
          <a:noFill/>
          <a:ln w="9525">
            <a:noFill/>
            <a:miter lim="800000"/>
            <a:headEnd/>
            <a:tailEnd/>
          </a:ln>
        </p:spPr>
      </p:pic>
      <p:sp>
        <p:nvSpPr>
          <p:cNvPr id="10" name="TextBox 9">
            <a:extLst>
              <a:ext uri="{FF2B5EF4-FFF2-40B4-BE49-F238E27FC236}">
                <a16:creationId xmlns:a16="http://schemas.microsoft.com/office/drawing/2014/main" id="{8E7AD5AD-0C7B-70F8-ED36-B974C0013000}"/>
              </a:ext>
            </a:extLst>
          </p:cNvPr>
          <p:cNvSpPr txBox="1"/>
          <p:nvPr/>
        </p:nvSpPr>
        <p:spPr>
          <a:xfrm>
            <a:off x="8678173" y="4684143"/>
            <a:ext cx="914400" cy="914400"/>
          </a:xfrm>
          <a:prstGeom prst="rect">
            <a:avLst/>
          </a:prstGeom>
          <a:noFill/>
        </p:spPr>
        <p:txBody>
          <a:bodyPr wrap="square" rtlCol="0">
            <a:spAutoFit/>
          </a:bodyPr>
          <a:lstStyle/>
          <a:p>
            <a:endParaRPr lang="en-IN" dirty="0"/>
          </a:p>
        </p:txBody>
      </p:sp>
      <p:sp>
        <p:nvSpPr>
          <p:cNvPr id="12" name="TextBox 11">
            <a:extLst>
              <a:ext uri="{FF2B5EF4-FFF2-40B4-BE49-F238E27FC236}">
                <a16:creationId xmlns:a16="http://schemas.microsoft.com/office/drawing/2014/main" id="{9E1E3F9B-83D2-1F7F-4AED-7E6404C24380}"/>
              </a:ext>
            </a:extLst>
          </p:cNvPr>
          <p:cNvSpPr txBox="1"/>
          <p:nvPr/>
        </p:nvSpPr>
        <p:spPr>
          <a:xfrm>
            <a:off x="8678173" y="4684143"/>
            <a:ext cx="914400" cy="914400"/>
          </a:xfrm>
          <a:prstGeom prst="rect">
            <a:avLst/>
          </a:prstGeom>
          <a:noFill/>
        </p:spPr>
        <p:txBody>
          <a:bodyPr wrap="square" rtlCol="0">
            <a:spAutoFit/>
          </a:bodyPr>
          <a:lstStyle/>
          <a:p>
            <a:endParaRPr lang="en-IN" dirty="0"/>
          </a:p>
        </p:txBody>
      </p:sp>
      <p:sp>
        <p:nvSpPr>
          <p:cNvPr id="13" name="TextBox 12">
            <a:extLst>
              <a:ext uri="{FF2B5EF4-FFF2-40B4-BE49-F238E27FC236}">
                <a16:creationId xmlns:a16="http://schemas.microsoft.com/office/drawing/2014/main" id="{8BCB4FA5-DFAE-2403-B94F-27816D149209}"/>
              </a:ext>
            </a:extLst>
          </p:cNvPr>
          <p:cNvSpPr txBox="1"/>
          <p:nvPr/>
        </p:nvSpPr>
        <p:spPr>
          <a:xfrm>
            <a:off x="8678173" y="4684143"/>
            <a:ext cx="914400" cy="914400"/>
          </a:xfrm>
          <a:prstGeom prst="rect">
            <a:avLst/>
          </a:prstGeom>
          <a:noFill/>
        </p:spPr>
        <p:txBody>
          <a:bodyPr wrap="square" rtlCol="0">
            <a:spAutoFit/>
          </a:bodyPr>
          <a:lstStyle/>
          <a:p>
            <a:endParaRPr lang="en-IN" dirty="0"/>
          </a:p>
        </p:txBody>
      </p:sp>
      <p:sp>
        <p:nvSpPr>
          <p:cNvPr id="15" name="TextBox 14">
            <a:extLst>
              <a:ext uri="{FF2B5EF4-FFF2-40B4-BE49-F238E27FC236}">
                <a16:creationId xmlns:a16="http://schemas.microsoft.com/office/drawing/2014/main" id="{BE743635-B645-C5E8-AA3C-472859B488B6}"/>
              </a:ext>
            </a:extLst>
          </p:cNvPr>
          <p:cNvSpPr txBox="1"/>
          <p:nvPr/>
        </p:nvSpPr>
        <p:spPr>
          <a:xfrm>
            <a:off x="2190535" y="6669657"/>
            <a:ext cx="4724400" cy="707886"/>
          </a:xfrm>
          <a:prstGeom prst="rect">
            <a:avLst/>
          </a:prstGeom>
          <a:noFill/>
        </p:spPr>
        <p:txBody>
          <a:bodyPr wrap="square" rtlCol="0">
            <a:spAutoFit/>
          </a:bodyPr>
          <a:lstStyle/>
          <a:p>
            <a:pPr algn="ctr"/>
            <a:r>
              <a:rPr lang="en-US" sz="4000" dirty="0">
                <a:latin typeface="Times New Roman" panose="02020603050405020304" pitchFamily="18" charset="0"/>
                <a:ea typeface="Tahoma" panose="020B0604030504040204" pitchFamily="34" charset="0"/>
                <a:cs typeface="Times New Roman" panose="02020603050405020304" pitchFamily="18" charset="0"/>
              </a:rPr>
              <a:t>PATIENT</a:t>
            </a:r>
            <a:r>
              <a:rPr lang="en-US" dirty="0">
                <a:latin typeface="Times New Roman" panose="02020603050405020304" pitchFamily="18" charset="0"/>
                <a:ea typeface="Times New Roman" panose="02020603050405020304" pitchFamily="18" charset="0"/>
              </a:rPr>
              <a:t> </a:t>
            </a:r>
            <a:r>
              <a:rPr lang="en-US" sz="4000" dirty="0">
                <a:latin typeface="Times New Roman" panose="02020603050405020304" pitchFamily="18" charset="0"/>
                <a:ea typeface="Times New Roman" panose="02020603050405020304" pitchFamily="18" charset="0"/>
              </a:rPr>
              <a:t>LINKS</a:t>
            </a:r>
            <a:endParaRPr lang="en-IN" sz="4000" dirty="0">
              <a:effectLst/>
              <a:latin typeface="Times New Roman" panose="02020603050405020304" pitchFamily="18" charset="0"/>
              <a:ea typeface="Times New Roman" panose="02020603050405020304" pitchFamily="18" charset="0"/>
            </a:endParaRPr>
          </a:p>
        </p:txBody>
      </p:sp>
      <p:sp>
        <p:nvSpPr>
          <p:cNvPr id="17" name="TextBox 16">
            <a:extLst>
              <a:ext uri="{FF2B5EF4-FFF2-40B4-BE49-F238E27FC236}">
                <a16:creationId xmlns:a16="http://schemas.microsoft.com/office/drawing/2014/main" id="{98E3B542-FB57-ACAA-94DD-BEEB1F541E98}"/>
              </a:ext>
            </a:extLst>
          </p:cNvPr>
          <p:cNvSpPr txBox="1"/>
          <p:nvPr/>
        </p:nvSpPr>
        <p:spPr>
          <a:xfrm>
            <a:off x="8891822" y="8766276"/>
            <a:ext cx="9152626" cy="707886"/>
          </a:xfrm>
          <a:prstGeom prst="rect">
            <a:avLst/>
          </a:prstGeom>
          <a:noFill/>
        </p:spPr>
        <p:txBody>
          <a:bodyPr wrap="square">
            <a:spAutoFit/>
          </a:bodyPr>
          <a:lstStyle/>
          <a:p>
            <a:pPr algn="ctr"/>
            <a:r>
              <a:rPr lang="en-US" sz="1800" b="1" dirty="0">
                <a:effectLst/>
                <a:latin typeface="Times New Roman" panose="02020603050405020304" pitchFamily="18" charset="0"/>
                <a:ea typeface="Times New Roman" panose="02020603050405020304" pitchFamily="18" charset="0"/>
              </a:rPr>
              <a:t> </a:t>
            </a:r>
            <a:r>
              <a:rPr lang="en-US" sz="4000" dirty="0">
                <a:effectLst/>
                <a:latin typeface="Times New Roman" panose="02020603050405020304" pitchFamily="18" charset="0"/>
                <a:ea typeface="Times New Roman" panose="02020603050405020304" pitchFamily="18" charset="0"/>
              </a:rPr>
              <a:t>BOOK SLOTS</a:t>
            </a:r>
            <a:endParaRPr lang="en-IN" sz="4000" dirty="0">
              <a:effectLst/>
              <a:latin typeface="Times New Roman" panose="02020603050405020304" pitchFamily="18" charset="0"/>
              <a:ea typeface="Times New Roman" panose="02020603050405020304" pitchFamily="18" charset="0"/>
            </a:endParaRPr>
          </a:p>
        </p:txBody>
      </p:sp>
      <p:sp>
        <p:nvSpPr>
          <p:cNvPr id="19" name="TextBox 18">
            <a:extLst>
              <a:ext uri="{FF2B5EF4-FFF2-40B4-BE49-F238E27FC236}">
                <a16:creationId xmlns:a16="http://schemas.microsoft.com/office/drawing/2014/main" id="{2D641B16-F309-EADE-6828-408DBC4FBE8D}"/>
              </a:ext>
            </a:extLst>
          </p:cNvPr>
          <p:cNvSpPr txBox="1"/>
          <p:nvPr/>
        </p:nvSpPr>
        <p:spPr>
          <a:xfrm>
            <a:off x="4071958" y="54104"/>
            <a:ext cx="9152626"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Tree>
    <p:extLst>
      <p:ext uri="{BB962C8B-B14F-4D97-AF65-F5344CB8AC3E}">
        <p14:creationId xmlns:p14="http://schemas.microsoft.com/office/powerpoint/2010/main" val="13270860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20BF230-54A9-B6D4-24B1-2EF46CD11A3E}"/>
              </a:ext>
            </a:extLst>
          </p:cNvPr>
          <p:cNvPicPr>
            <a:picLocks noChangeAspect="1"/>
          </p:cNvPicPr>
          <p:nvPr/>
        </p:nvPicPr>
        <p:blipFill>
          <a:blip r:embed="rId2"/>
          <a:srcRect/>
          <a:stretch>
            <a:fillRect/>
          </a:stretch>
        </p:blipFill>
        <p:spPr bwMode="auto">
          <a:xfrm>
            <a:off x="1066800" y="1562100"/>
            <a:ext cx="7726002" cy="4343400"/>
          </a:xfrm>
          <a:prstGeom prst="rect">
            <a:avLst/>
          </a:prstGeom>
          <a:noFill/>
          <a:ln w="9525">
            <a:noFill/>
            <a:miter lim="800000"/>
            <a:headEnd/>
            <a:tailEnd/>
          </a:ln>
        </p:spPr>
      </p:pic>
      <p:pic>
        <p:nvPicPr>
          <p:cNvPr id="7" name="Picture 6">
            <a:extLst>
              <a:ext uri="{FF2B5EF4-FFF2-40B4-BE49-F238E27FC236}">
                <a16:creationId xmlns:a16="http://schemas.microsoft.com/office/drawing/2014/main" id="{A2D71966-2316-10AD-A6D6-BD7F5426FCA5}"/>
              </a:ext>
            </a:extLst>
          </p:cNvPr>
          <p:cNvPicPr>
            <a:picLocks noChangeAspect="1"/>
          </p:cNvPicPr>
          <p:nvPr/>
        </p:nvPicPr>
        <p:blipFill>
          <a:blip r:embed="rId3"/>
          <a:srcRect/>
          <a:stretch>
            <a:fillRect/>
          </a:stretch>
        </p:blipFill>
        <p:spPr bwMode="auto">
          <a:xfrm>
            <a:off x="9677400" y="4500265"/>
            <a:ext cx="7726002" cy="4343400"/>
          </a:xfrm>
          <a:prstGeom prst="rect">
            <a:avLst/>
          </a:prstGeom>
          <a:noFill/>
          <a:ln w="9525">
            <a:noFill/>
            <a:miter lim="800000"/>
            <a:headEnd/>
            <a:tailEnd/>
          </a:ln>
        </p:spPr>
      </p:pic>
      <p:sp>
        <p:nvSpPr>
          <p:cNvPr id="9" name="TextBox 8">
            <a:extLst>
              <a:ext uri="{FF2B5EF4-FFF2-40B4-BE49-F238E27FC236}">
                <a16:creationId xmlns:a16="http://schemas.microsoft.com/office/drawing/2014/main" id="{BEF082E7-D7A0-AA5F-5C2A-2DF1F2D2E33E}"/>
              </a:ext>
            </a:extLst>
          </p:cNvPr>
          <p:cNvSpPr txBox="1"/>
          <p:nvPr/>
        </p:nvSpPr>
        <p:spPr>
          <a:xfrm>
            <a:off x="353488" y="6210300"/>
            <a:ext cx="9152626" cy="954107"/>
          </a:xfrm>
          <a:prstGeom prst="rect">
            <a:avLst/>
          </a:prstGeom>
          <a:noFill/>
        </p:spPr>
        <p:txBody>
          <a:bodyPr wrap="square">
            <a:spAutoFit/>
          </a:bodyPr>
          <a:lstStyle/>
          <a:p>
            <a:pPr algn="ctr"/>
            <a:r>
              <a:rPr lang="en-US" sz="2000" dirty="0">
                <a:effectLst/>
                <a:latin typeface="Times New Roman" panose="02020603050405020304" pitchFamily="18" charset="0"/>
                <a:ea typeface="Times New Roman" panose="02020603050405020304" pitchFamily="18" charset="0"/>
              </a:rPr>
              <a:t>VIEW BOOKED SLOTS</a:t>
            </a:r>
            <a:endParaRPr lang="en-IN" sz="20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FC5F7B8B-CC62-6778-04AA-5BF5D4841F45}"/>
              </a:ext>
            </a:extLst>
          </p:cNvPr>
          <p:cNvSpPr txBox="1"/>
          <p:nvPr/>
        </p:nvSpPr>
        <p:spPr>
          <a:xfrm>
            <a:off x="9144000" y="9183690"/>
            <a:ext cx="9152626" cy="1015663"/>
          </a:xfrm>
          <a:prstGeom prst="rect">
            <a:avLst/>
          </a:prstGeom>
          <a:noFill/>
        </p:spPr>
        <p:txBody>
          <a:bodyPr wrap="square">
            <a:spAutoFit/>
          </a:bodyPr>
          <a:lstStyle/>
          <a:p>
            <a:pPr algn="ctr"/>
            <a:r>
              <a:rPr lang="en-US" sz="2000" dirty="0">
                <a:effectLst/>
                <a:latin typeface="Times New Roman" panose="02020603050405020304" pitchFamily="18" charset="0"/>
                <a:ea typeface="Times New Roman" panose="02020603050405020304" pitchFamily="18" charset="0"/>
              </a:rPr>
              <a:t>VIEW DONATIONS</a:t>
            </a:r>
            <a:endParaRPr lang="en-IN" sz="2000" dirty="0">
              <a:effectLst/>
              <a:latin typeface="Times New Roman" panose="02020603050405020304" pitchFamily="18" charset="0"/>
              <a:ea typeface="Times New Roman" panose="02020603050405020304" pitchFamily="18" charset="0"/>
            </a:endParaRPr>
          </a:p>
          <a:p>
            <a:r>
              <a:rPr lang="en-US" sz="4000" dirty="0">
                <a:effectLst/>
                <a:latin typeface="Times New Roman" panose="02020603050405020304" pitchFamily="18" charset="0"/>
                <a:ea typeface="Times New Roman" panose="02020603050405020304" pitchFamily="18" charset="0"/>
              </a:rPr>
              <a:t> </a:t>
            </a:r>
            <a:endParaRPr lang="en-IN" sz="4000" dirty="0">
              <a:effectLst/>
              <a:latin typeface="Times New Roman" panose="02020603050405020304" pitchFamily="18" charset="0"/>
              <a:ea typeface="Times New Roman" panose="02020603050405020304" pitchFamily="18" charset="0"/>
            </a:endParaRPr>
          </a:p>
        </p:txBody>
      </p:sp>
      <p:sp>
        <p:nvSpPr>
          <p:cNvPr id="13" name="TextBox 12">
            <a:extLst>
              <a:ext uri="{FF2B5EF4-FFF2-40B4-BE49-F238E27FC236}">
                <a16:creationId xmlns:a16="http://schemas.microsoft.com/office/drawing/2014/main" id="{CFB8EBF2-E30F-949F-9DD4-127DDAEA9195}"/>
              </a:ext>
            </a:extLst>
          </p:cNvPr>
          <p:cNvSpPr txBox="1"/>
          <p:nvPr/>
        </p:nvSpPr>
        <p:spPr>
          <a:xfrm>
            <a:off x="4567687" y="302781"/>
            <a:ext cx="9152626"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Tree>
    <p:extLst>
      <p:ext uri="{BB962C8B-B14F-4D97-AF65-F5344CB8AC3E}">
        <p14:creationId xmlns:p14="http://schemas.microsoft.com/office/powerpoint/2010/main" val="2789282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21BD0FF-5DB5-C1AB-F293-A4F1D3A8C7D2}"/>
              </a:ext>
            </a:extLst>
          </p:cNvPr>
          <p:cNvPicPr>
            <a:picLocks noChangeAspect="1"/>
          </p:cNvPicPr>
          <p:nvPr/>
        </p:nvPicPr>
        <p:blipFill>
          <a:blip r:embed="rId2"/>
          <a:srcRect/>
          <a:stretch>
            <a:fillRect/>
          </a:stretch>
        </p:blipFill>
        <p:spPr bwMode="auto">
          <a:xfrm>
            <a:off x="957936" y="1527130"/>
            <a:ext cx="7652664" cy="4302170"/>
          </a:xfrm>
          <a:prstGeom prst="rect">
            <a:avLst/>
          </a:prstGeom>
          <a:noFill/>
          <a:ln w="9525">
            <a:noFill/>
            <a:miter lim="800000"/>
            <a:headEnd/>
            <a:tailEnd/>
          </a:ln>
        </p:spPr>
      </p:pic>
      <p:pic>
        <p:nvPicPr>
          <p:cNvPr id="3" name="Picture 2">
            <a:extLst>
              <a:ext uri="{FF2B5EF4-FFF2-40B4-BE49-F238E27FC236}">
                <a16:creationId xmlns:a16="http://schemas.microsoft.com/office/drawing/2014/main" id="{823F39D1-F436-AEEC-2439-BE877B6AD9D9}"/>
              </a:ext>
            </a:extLst>
          </p:cNvPr>
          <p:cNvPicPr>
            <a:picLocks noChangeAspect="1"/>
          </p:cNvPicPr>
          <p:nvPr/>
        </p:nvPicPr>
        <p:blipFill>
          <a:blip r:embed="rId3"/>
          <a:srcRect/>
          <a:stretch>
            <a:fillRect/>
          </a:stretch>
        </p:blipFill>
        <p:spPr bwMode="auto">
          <a:xfrm>
            <a:off x="9677402" y="4152900"/>
            <a:ext cx="7652664" cy="4302171"/>
          </a:xfrm>
          <a:prstGeom prst="rect">
            <a:avLst/>
          </a:prstGeom>
          <a:noFill/>
          <a:ln w="9525">
            <a:noFill/>
            <a:miter lim="800000"/>
            <a:headEnd/>
            <a:tailEnd/>
          </a:ln>
        </p:spPr>
      </p:pic>
      <p:sp>
        <p:nvSpPr>
          <p:cNvPr id="5" name="TextBox 4">
            <a:extLst>
              <a:ext uri="{FF2B5EF4-FFF2-40B4-BE49-F238E27FC236}">
                <a16:creationId xmlns:a16="http://schemas.microsoft.com/office/drawing/2014/main" id="{AF9AFE86-6B81-059C-1FAA-EF2271449D14}"/>
              </a:ext>
            </a:extLst>
          </p:cNvPr>
          <p:cNvSpPr txBox="1"/>
          <p:nvPr/>
        </p:nvSpPr>
        <p:spPr>
          <a:xfrm>
            <a:off x="524776" y="6119319"/>
            <a:ext cx="9152626" cy="400110"/>
          </a:xfrm>
          <a:prstGeom prst="rect">
            <a:avLst/>
          </a:prstGeom>
          <a:noFill/>
        </p:spPr>
        <p:txBody>
          <a:bodyPr wrap="square">
            <a:spAutoFit/>
          </a:bodyPr>
          <a:lstStyle/>
          <a:p>
            <a:pPr algn="ctr"/>
            <a:r>
              <a:rPr lang="en-US" sz="2000" dirty="0">
                <a:effectLst/>
                <a:latin typeface="Times New Roman" panose="02020603050405020304" pitchFamily="18" charset="0"/>
                <a:ea typeface="Times New Roman" panose="02020603050405020304" pitchFamily="18" charset="0"/>
              </a:rPr>
              <a:t>PATIENT REGISTRATION</a:t>
            </a:r>
            <a:endParaRPr lang="en-IN" sz="20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A88FC787-5BFD-A8C3-1914-5A918DBE2ED6}"/>
              </a:ext>
            </a:extLst>
          </p:cNvPr>
          <p:cNvSpPr txBox="1"/>
          <p:nvPr/>
        </p:nvSpPr>
        <p:spPr>
          <a:xfrm>
            <a:off x="12753753" y="8877300"/>
            <a:ext cx="9152626" cy="400110"/>
          </a:xfrm>
          <a:prstGeom prst="rect">
            <a:avLst/>
          </a:prstGeom>
          <a:noFill/>
        </p:spPr>
        <p:txBody>
          <a:bodyPr wrap="square">
            <a:spAutoFit/>
          </a:bodyPr>
          <a:lstStyle/>
          <a:p>
            <a:r>
              <a:rPr lang="en-US" sz="2000" dirty="0">
                <a:effectLst/>
                <a:latin typeface="Times New Roman" panose="02020603050405020304" pitchFamily="18" charset="0"/>
                <a:ea typeface="Times New Roman" panose="02020603050405020304" pitchFamily="18" charset="0"/>
              </a:rPr>
              <a:t>DOCTOR LOGIN</a:t>
            </a:r>
            <a:endParaRPr lang="en-IN" sz="2000" dirty="0"/>
          </a:p>
        </p:txBody>
      </p:sp>
      <p:sp>
        <p:nvSpPr>
          <p:cNvPr id="9" name="TextBox 8">
            <a:extLst>
              <a:ext uri="{FF2B5EF4-FFF2-40B4-BE49-F238E27FC236}">
                <a16:creationId xmlns:a16="http://schemas.microsoft.com/office/drawing/2014/main" id="{E2C184FC-97F2-4F07-5313-F39475CC45A5}"/>
              </a:ext>
            </a:extLst>
          </p:cNvPr>
          <p:cNvSpPr txBox="1"/>
          <p:nvPr/>
        </p:nvSpPr>
        <p:spPr>
          <a:xfrm>
            <a:off x="3661914" y="234024"/>
            <a:ext cx="10964172"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Tree>
    <p:extLst>
      <p:ext uri="{BB962C8B-B14F-4D97-AF65-F5344CB8AC3E}">
        <p14:creationId xmlns:p14="http://schemas.microsoft.com/office/powerpoint/2010/main" val="2993353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821C6D3-3E82-8360-7F8E-2E9BCA6E7013}"/>
              </a:ext>
            </a:extLst>
          </p:cNvPr>
          <p:cNvPicPr>
            <a:picLocks noChangeAspect="1"/>
          </p:cNvPicPr>
          <p:nvPr/>
        </p:nvPicPr>
        <p:blipFill>
          <a:blip r:embed="rId2"/>
          <a:srcRect/>
          <a:stretch>
            <a:fillRect/>
          </a:stretch>
        </p:blipFill>
        <p:spPr bwMode="auto">
          <a:xfrm>
            <a:off x="1367427" y="1714500"/>
            <a:ext cx="7319371" cy="4114800"/>
          </a:xfrm>
          <a:prstGeom prst="rect">
            <a:avLst/>
          </a:prstGeom>
          <a:noFill/>
          <a:ln w="9525">
            <a:noFill/>
            <a:miter lim="800000"/>
            <a:headEnd/>
            <a:tailEnd/>
          </a:ln>
        </p:spPr>
      </p:pic>
      <p:pic>
        <p:nvPicPr>
          <p:cNvPr id="3" name="Picture 2">
            <a:extLst>
              <a:ext uri="{FF2B5EF4-FFF2-40B4-BE49-F238E27FC236}">
                <a16:creationId xmlns:a16="http://schemas.microsoft.com/office/drawing/2014/main" id="{6D382FEF-68E0-5B33-8831-55A52649CE6E}"/>
              </a:ext>
            </a:extLst>
          </p:cNvPr>
          <p:cNvPicPr>
            <a:picLocks noChangeAspect="1"/>
          </p:cNvPicPr>
          <p:nvPr/>
        </p:nvPicPr>
        <p:blipFill>
          <a:blip r:embed="rId3"/>
          <a:srcRect/>
          <a:stretch>
            <a:fillRect/>
          </a:stretch>
        </p:blipFill>
        <p:spPr bwMode="auto">
          <a:xfrm>
            <a:off x="9573885" y="4337566"/>
            <a:ext cx="7319371" cy="4114800"/>
          </a:xfrm>
          <a:prstGeom prst="rect">
            <a:avLst/>
          </a:prstGeom>
          <a:noFill/>
          <a:ln w="9525">
            <a:noFill/>
            <a:miter lim="800000"/>
            <a:headEnd/>
            <a:tailEnd/>
          </a:ln>
        </p:spPr>
      </p:pic>
      <p:sp>
        <p:nvSpPr>
          <p:cNvPr id="5" name="TextBox 4">
            <a:extLst>
              <a:ext uri="{FF2B5EF4-FFF2-40B4-BE49-F238E27FC236}">
                <a16:creationId xmlns:a16="http://schemas.microsoft.com/office/drawing/2014/main" id="{DD1EF470-58AB-0BF0-1B88-EA1D123DE692}"/>
              </a:ext>
            </a:extLst>
          </p:cNvPr>
          <p:cNvSpPr txBox="1"/>
          <p:nvPr/>
        </p:nvSpPr>
        <p:spPr>
          <a:xfrm>
            <a:off x="3657600" y="6194911"/>
            <a:ext cx="9152626" cy="400110"/>
          </a:xfrm>
          <a:prstGeom prst="rect">
            <a:avLst/>
          </a:prstGeom>
          <a:noFill/>
        </p:spPr>
        <p:txBody>
          <a:bodyPr wrap="square">
            <a:spAutoFit/>
          </a:bodyPr>
          <a:lstStyle/>
          <a:p>
            <a:r>
              <a:rPr lang="en-US" sz="2000" dirty="0">
                <a:effectLst/>
                <a:latin typeface="Times New Roman" panose="02020603050405020304" pitchFamily="18" charset="0"/>
                <a:ea typeface="Times New Roman" panose="02020603050405020304" pitchFamily="18" charset="0"/>
              </a:rPr>
              <a:t>DOCTOR HOME</a:t>
            </a:r>
            <a:endParaRPr lang="en-IN" sz="2000" dirty="0"/>
          </a:p>
        </p:txBody>
      </p:sp>
      <p:sp>
        <p:nvSpPr>
          <p:cNvPr id="9" name="TextBox 8">
            <a:extLst>
              <a:ext uri="{FF2B5EF4-FFF2-40B4-BE49-F238E27FC236}">
                <a16:creationId xmlns:a16="http://schemas.microsoft.com/office/drawing/2014/main" id="{A719FA61-7EDB-E112-2FA2-12AADBA311BC}"/>
              </a:ext>
            </a:extLst>
          </p:cNvPr>
          <p:cNvSpPr txBox="1"/>
          <p:nvPr/>
        </p:nvSpPr>
        <p:spPr>
          <a:xfrm>
            <a:off x="8915400" y="8937718"/>
            <a:ext cx="9152626" cy="400110"/>
          </a:xfrm>
          <a:prstGeom prst="rect">
            <a:avLst/>
          </a:prstGeom>
          <a:noFill/>
        </p:spPr>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DOCTOR LINKS</a:t>
            </a:r>
            <a:endParaRPr lang="en-IN" sz="2000" dirty="0">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946B6051-22FB-DDAF-0C0C-DD9ED876AE28}"/>
              </a:ext>
            </a:extLst>
          </p:cNvPr>
          <p:cNvSpPr txBox="1"/>
          <p:nvPr/>
        </p:nvSpPr>
        <p:spPr>
          <a:xfrm>
            <a:off x="4567687" y="264681"/>
            <a:ext cx="9152626"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Tree>
    <p:extLst>
      <p:ext uri="{BB962C8B-B14F-4D97-AF65-F5344CB8AC3E}">
        <p14:creationId xmlns:p14="http://schemas.microsoft.com/office/powerpoint/2010/main" val="774923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254D60B-382F-181C-061D-959A3C8C91F7}"/>
              </a:ext>
            </a:extLst>
          </p:cNvPr>
          <p:cNvPicPr>
            <a:picLocks noChangeAspect="1"/>
          </p:cNvPicPr>
          <p:nvPr/>
        </p:nvPicPr>
        <p:blipFill>
          <a:blip r:embed="rId2"/>
          <a:srcRect/>
          <a:stretch>
            <a:fillRect/>
          </a:stretch>
        </p:blipFill>
        <p:spPr bwMode="auto">
          <a:xfrm>
            <a:off x="1143000" y="1753122"/>
            <a:ext cx="7848600" cy="4412322"/>
          </a:xfrm>
          <a:prstGeom prst="rect">
            <a:avLst/>
          </a:prstGeom>
          <a:noFill/>
          <a:ln w="9525">
            <a:noFill/>
            <a:miter lim="800000"/>
            <a:headEnd/>
            <a:tailEnd/>
          </a:ln>
        </p:spPr>
      </p:pic>
      <p:pic>
        <p:nvPicPr>
          <p:cNvPr id="3" name="Picture 2">
            <a:extLst>
              <a:ext uri="{FF2B5EF4-FFF2-40B4-BE49-F238E27FC236}">
                <a16:creationId xmlns:a16="http://schemas.microsoft.com/office/drawing/2014/main" id="{994D89F7-7D86-A531-4969-CDAA0A840236}"/>
              </a:ext>
            </a:extLst>
          </p:cNvPr>
          <p:cNvPicPr>
            <a:picLocks noChangeAspect="1"/>
          </p:cNvPicPr>
          <p:nvPr/>
        </p:nvPicPr>
        <p:blipFill>
          <a:blip r:embed="rId3"/>
          <a:srcRect/>
          <a:stretch>
            <a:fillRect/>
          </a:stretch>
        </p:blipFill>
        <p:spPr bwMode="auto">
          <a:xfrm>
            <a:off x="9709029" y="4457700"/>
            <a:ext cx="7569432" cy="4255380"/>
          </a:xfrm>
          <a:prstGeom prst="rect">
            <a:avLst/>
          </a:prstGeom>
          <a:noFill/>
          <a:ln w="9525">
            <a:noFill/>
            <a:miter lim="800000"/>
            <a:headEnd/>
            <a:tailEnd/>
          </a:ln>
        </p:spPr>
      </p:pic>
      <p:sp>
        <p:nvSpPr>
          <p:cNvPr id="5" name="TextBox 4">
            <a:extLst>
              <a:ext uri="{FF2B5EF4-FFF2-40B4-BE49-F238E27FC236}">
                <a16:creationId xmlns:a16="http://schemas.microsoft.com/office/drawing/2014/main" id="{8D0C9AE4-5595-A3FF-C2F0-F33EC523F719}"/>
              </a:ext>
            </a:extLst>
          </p:cNvPr>
          <p:cNvSpPr txBox="1"/>
          <p:nvPr/>
        </p:nvSpPr>
        <p:spPr>
          <a:xfrm>
            <a:off x="490987" y="6743700"/>
            <a:ext cx="9152626" cy="400110"/>
          </a:xfrm>
          <a:prstGeom prst="rect">
            <a:avLst/>
          </a:prstGeom>
          <a:noFill/>
        </p:spPr>
        <p:txBody>
          <a:bodyPr wrap="square">
            <a:spAutoFit/>
          </a:bodyPr>
          <a:lstStyle/>
          <a:p>
            <a:pPr algn="ctr"/>
            <a:r>
              <a:rPr lang="en-US" sz="2000" b="1" dirty="0">
                <a:effectLst/>
                <a:latin typeface="Times New Roman" panose="02020603050405020304" pitchFamily="18" charset="0"/>
                <a:ea typeface="Times New Roman" panose="02020603050405020304" pitchFamily="18" charset="0"/>
              </a:rPr>
              <a:t>VIEW SLOT BOOKING REQUESTS</a:t>
            </a:r>
            <a:endParaRPr lang="en-IN" sz="20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E783A9E8-034A-073A-7CBF-766397005BE2}"/>
              </a:ext>
            </a:extLst>
          </p:cNvPr>
          <p:cNvSpPr txBox="1"/>
          <p:nvPr/>
        </p:nvSpPr>
        <p:spPr>
          <a:xfrm>
            <a:off x="12496800" y="9105900"/>
            <a:ext cx="9152626" cy="400110"/>
          </a:xfrm>
          <a:prstGeom prst="rect">
            <a:avLst/>
          </a:prstGeom>
          <a:noFill/>
        </p:spPr>
        <p:txBody>
          <a:bodyPr wrap="square">
            <a:spAutoFit/>
          </a:bodyPr>
          <a:lstStyle/>
          <a:p>
            <a:r>
              <a:rPr lang="en-US" sz="2000" b="1" dirty="0">
                <a:effectLst/>
                <a:latin typeface="Times New Roman" panose="02020603050405020304" pitchFamily="18" charset="0"/>
                <a:ea typeface="Times New Roman" panose="02020603050405020304" pitchFamily="18" charset="0"/>
              </a:rPr>
              <a:t>VIEW DONATIONS </a:t>
            </a:r>
            <a:endParaRPr lang="en-IN" sz="2000" dirty="0"/>
          </a:p>
        </p:txBody>
      </p:sp>
      <p:sp>
        <p:nvSpPr>
          <p:cNvPr id="9" name="TextBox 8">
            <a:extLst>
              <a:ext uri="{FF2B5EF4-FFF2-40B4-BE49-F238E27FC236}">
                <a16:creationId xmlns:a16="http://schemas.microsoft.com/office/drawing/2014/main" id="{D5548758-BB23-424C-B8E2-30A56DFD758D}"/>
              </a:ext>
            </a:extLst>
          </p:cNvPr>
          <p:cNvSpPr txBox="1"/>
          <p:nvPr/>
        </p:nvSpPr>
        <p:spPr>
          <a:xfrm>
            <a:off x="3653287" y="286247"/>
            <a:ext cx="10981426"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Tree>
    <p:extLst>
      <p:ext uri="{BB962C8B-B14F-4D97-AF65-F5344CB8AC3E}">
        <p14:creationId xmlns:p14="http://schemas.microsoft.com/office/powerpoint/2010/main" val="23339479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82E255-203B-389D-6AFB-225F31023625}"/>
              </a:ext>
            </a:extLst>
          </p:cNvPr>
          <p:cNvPicPr>
            <a:picLocks noChangeAspect="1"/>
          </p:cNvPicPr>
          <p:nvPr/>
        </p:nvPicPr>
        <p:blipFill>
          <a:blip r:embed="rId2"/>
          <a:srcRect/>
          <a:stretch>
            <a:fillRect/>
          </a:stretch>
        </p:blipFill>
        <p:spPr bwMode="auto">
          <a:xfrm>
            <a:off x="838200" y="1714500"/>
            <a:ext cx="7662489" cy="4307694"/>
          </a:xfrm>
          <a:prstGeom prst="rect">
            <a:avLst/>
          </a:prstGeom>
          <a:noFill/>
          <a:ln w="9525">
            <a:noFill/>
            <a:miter lim="800000"/>
            <a:headEnd/>
            <a:tailEnd/>
          </a:ln>
        </p:spPr>
      </p:pic>
      <p:pic>
        <p:nvPicPr>
          <p:cNvPr id="3" name="Picture 2">
            <a:extLst>
              <a:ext uri="{FF2B5EF4-FFF2-40B4-BE49-F238E27FC236}">
                <a16:creationId xmlns:a16="http://schemas.microsoft.com/office/drawing/2014/main" id="{16B60BFB-29FA-8F2B-9E0E-651A47682B2A}"/>
              </a:ext>
            </a:extLst>
          </p:cNvPr>
          <p:cNvPicPr>
            <a:picLocks noChangeAspect="1"/>
          </p:cNvPicPr>
          <p:nvPr/>
        </p:nvPicPr>
        <p:blipFill>
          <a:blip r:embed="rId3"/>
          <a:srcRect/>
          <a:stretch>
            <a:fillRect/>
          </a:stretch>
        </p:blipFill>
        <p:spPr bwMode="auto">
          <a:xfrm>
            <a:off x="9787312" y="4533900"/>
            <a:ext cx="7662488" cy="4307694"/>
          </a:xfrm>
          <a:prstGeom prst="rect">
            <a:avLst/>
          </a:prstGeom>
          <a:noFill/>
          <a:ln w="9525">
            <a:noFill/>
            <a:miter lim="800000"/>
            <a:headEnd/>
            <a:tailEnd/>
          </a:ln>
        </p:spPr>
      </p:pic>
      <p:sp>
        <p:nvSpPr>
          <p:cNvPr id="5" name="TextBox 4">
            <a:extLst>
              <a:ext uri="{FF2B5EF4-FFF2-40B4-BE49-F238E27FC236}">
                <a16:creationId xmlns:a16="http://schemas.microsoft.com/office/drawing/2014/main" id="{B7E49C96-1CB9-D60A-4CF3-182A17FD6E39}"/>
              </a:ext>
            </a:extLst>
          </p:cNvPr>
          <p:cNvSpPr txBox="1"/>
          <p:nvPr/>
        </p:nvSpPr>
        <p:spPr>
          <a:xfrm>
            <a:off x="304800" y="6503081"/>
            <a:ext cx="9152626" cy="400110"/>
          </a:xfrm>
          <a:prstGeom prst="rect">
            <a:avLst/>
          </a:prstGeom>
          <a:noFill/>
        </p:spPr>
        <p:txBody>
          <a:bodyPr wrap="square">
            <a:spAutoFit/>
          </a:bodyPr>
          <a:lstStyle/>
          <a:p>
            <a:pPr algn="ctr"/>
            <a:r>
              <a:rPr lang="en-US" sz="2000" dirty="0">
                <a:effectLst/>
                <a:latin typeface="Times New Roman" panose="02020603050405020304" pitchFamily="18" charset="0"/>
                <a:ea typeface="Times New Roman" panose="02020603050405020304" pitchFamily="18" charset="0"/>
              </a:rPr>
              <a:t>DOCTOR REGISTRATION</a:t>
            </a:r>
            <a:endParaRPr lang="en-IN" sz="20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C683B182-C771-3DB7-1E5B-B7CBC6435CDE}"/>
              </a:ext>
            </a:extLst>
          </p:cNvPr>
          <p:cNvSpPr txBox="1"/>
          <p:nvPr/>
        </p:nvSpPr>
        <p:spPr>
          <a:xfrm>
            <a:off x="12649200" y="9258300"/>
            <a:ext cx="9152626" cy="400110"/>
          </a:xfrm>
          <a:prstGeom prst="rect">
            <a:avLst/>
          </a:prstGeom>
          <a:noFill/>
        </p:spPr>
        <p:txBody>
          <a:bodyPr wrap="square">
            <a:spAutoFit/>
          </a:bodyPr>
          <a:lstStyle/>
          <a:p>
            <a:r>
              <a:rPr lang="en-US" sz="1800" b="1"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DONAR LOGIN</a:t>
            </a:r>
            <a:endParaRPr lang="en-IN" sz="2000" dirty="0"/>
          </a:p>
        </p:txBody>
      </p:sp>
      <p:sp>
        <p:nvSpPr>
          <p:cNvPr id="9" name="TextBox 8">
            <a:extLst>
              <a:ext uri="{FF2B5EF4-FFF2-40B4-BE49-F238E27FC236}">
                <a16:creationId xmlns:a16="http://schemas.microsoft.com/office/drawing/2014/main" id="{FE1194AF-A59E-32CE-63AE-46BEE726729E}"/>
              </a:ext>
            </a:extLst>
          </p:cNvPr>
          <p:cNvSpPr txBox="1"/>
          <p:nvPr/>
        </p:nvSpPr>
        <p:spPr>
          <a:xfrm>
            <a:off x="3592902" y="114675"/>
            <a:ext cx="11102196"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Tree>
    <p:extLst>
      <p:ext uri="{BB962C8B-B14F-4D97-AF65-F5344CB8AC3E}">
        <p14:creationId xmlns:p14="http://schemas.microsoft.com/office/powerpoint/2010/main" val="2610600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37B31F-E038-C1C4-10FA-06CE5EF21476}"/>
              </a:ext>
            </a:extLst>
          </p:cNvPr>
          <p:cNvPicPr>
            <a:picLocks noChangeAspect="1"/>
          </p:cNvPicPr>
          <p:nvPr/>
        </p:nvPicPr>
        <p:blipFill>
          <a:blip r:embed="rId2"/>
          <a:srcRect/>
          <a:stretch>
            <a:fillRect/>
          </a:stretch>
        </p:blipFill>
        <p:spPr bwMode="auto">
          <a:xfrm>
            <a:off x="609600" y="1714500"/>
            <a:ext cx="7997090" cy="4495800"/>
          </a:xfrm>
          <a:prstGeom prst="rect">
            <a:avLst/>
          </a:prstGeom>
          <a:noFill/>
          <a:ln w="9525">
            <a:noFill/>
            <a:miter lim="800000"/>
            <a:headEnd/>
            <a:tailEnd/>
          </a:ln>
        </p:spPr>
      </p:pic>
      <p:pic>
        <p:nvPicPr>
          <p:cNvPr id="3" name="Picture 2">
            <a:extLst>
              <a:ext uri="{FF2B5EF4-FFF2-40B4-BE49-F238E27FC236}">
                <a16:creationId xmlns:a16="http://schemas.microsoft.com/office/drawing/2014/main" id="{D3CB636E-55CB-E629-9A00-60A4C250F248}"/>
              </a:ext>
            </a:extLst>
          </p:cNvPr>
          <p:cNvPicPr>
            <a:picLocks noChangeAspect="1"/>
          </p:cNvPicPr>
          <p:nvPr/>
        </p:nvPicPr>
        <p:blipFill>
          <a:blip r:embed="rId3"/>
          <a:srcRect/>
          <a:stretch>
            <a:fillRect/>
          </a:stretch>
        </p:blipFill>
        <p:spPr bwMode="auto">
          <a:xfrm>
            <a:off x="9372600" y="3962400"/>
            <a:ext cx="7997090" cy="4495800"/>
          </a:xfrm>
          <a:prstGeom prst="rect">
            <a:avLst/>
          </a:prstGeom>
          <a:noFill/>
          <a:ln w="9525">
            <a:noFill/>
            <a:miter lim="800000"/>
            <a:headEnd/>
            <a:tailEnd/>
          </a:ln>
        </p:spPr>
      </p:pic>
      <p:sp>
        <p:nvSpPr>
          <p:cNvPr id="5" name="TextBox 4">
            <a:extLst>
              <a:ext uri="{FF2B5EF4-FFF2-40B4-BE49-F238E27FC236}">
                <a16:creationId xmlns:a16="http://schemas.microsoft.com/office/drawing/2014/main" id="{94E6D13B-7799-0ED0-E3C8-BF80E8525BAB}"/>
              </a:ext>
            </a:extLst>
          </p:cNvPr>
          <p:cNvSpPr txBox="1"/>
          <p:nvPr/>
        </p:nvSpPr>
        <p:spPr>
          <a:xfrm>
            <a:off x="31832" y="6743700"/>
            <a:ext cx="9152626" cy="400110"/>
          </a:xfrm>
          <a:prstGeom prst="rect">
            <a:avLst/>
          </a:prstGeom>
          <a:noFill/>
        </p:spPr>
        <p:txBody>
          <a:bodyPr wrap="square">
            <a:spAutoFit/>
          </a:bodyPr>
          <a:lstStyle/>
          <a:p>
            <a:pPr algn="ctr"/>
            <a:r>
              <a:rPr lang="en-US" sz="1800" b="1"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DONAR HOME PAGE</a:t>
            </a:r>
            <a:endParaRPr lang="en-IN" sz="20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7E5CED29-BFC7-2E84-51EB-6B176D149ADE}"/>
              </a:ext>
            </a:extLst>
          </p:cNvPr>
          <p:cNvSpPr txBox="1"/>
          <p:nvPr/>
        </p:nvSpPr>
        <p:spPr>
          <a:xfrm>
            <a:off x="8991600" y="8991600"/>
            <a:ext cx="9152626" cy="400110"/>
          </a:xfrm>
          <a:prstGeom prst="rect">
            <a:avLst/>
          </a:prstGeom>
          <a:noFill/>
        </p:spPr>
        <p:txBody>
          <a:bodyPr wrap="square">
            <a:spAutoFit/>
          </a:bodyPr>
          <a:lstStyle/>
          <a:p>
            <a:pPr algn="ctr"/>
            <a:r>
              <a:rPr lang="en-US" sz="2000" dirty="0">
                <a:effectLst/>
                <a:latin typeface="Times New Roman" panose="02020603050405020304" pitchFamily="18" charset="0"/>
                <a:ea typeface="Times New Roman" panose="02020603050405020304" pitchFamily="18" charset="0"/>
              </a:rPr>
              <a:t>DONAR LINKS </a:t>
            </a:r>
            <a:endParaRPr lang="en-IN" sz="20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D7B7E9F1-D270-5AE6-ADB0-1309959B02D4}"/>
              </a:ext>
            </a:extLst>
          </p:cNvPr>
          <p:cNvSpPr txBox="1"/>
          <p:nvPr/>
        </p:nvSpPr>
        <p:spPr>
          <a:xfrm>
            <a:off x="4554748" y="261806"/>
            <a:ext cx="9178504"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Tree>
    <p:extLst>
      <p:ext uri="{BB962C8B-B14F-4D97-AF65-F5344CB8AC3E}">
        <p14:creationId xmlns:p14="http://schemas.microsoft.com/office/powerpoint/2010/main" val="3325298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A38B296-2C8A-9C2A-84CD-0C39F37A738A}"/>
              </a:ext>
            </a:extLst>
          </p:cNvPr>
          <p:cNvPicPr>
            <a:picLocks noChangeAspect="1"/>
          </p:cNvPicPr>
          <p:nvPr/>
        </p:nvPicPr>
        <p:blipFill>
          <a:blip r:embed="rId2"/>
          <a:srcRect/>
          <a:stretch>
            <a:fillRect/>
          </a:stretch>
        </p:blipFill>
        <p:spPr bwMode="auto">
          <a:xfrm>
            <a:off x="621200" y="1910715"/>
            <a:ext cx="7841215" cy="4408170"/>
          </a:xfrm>
          <a:prstGeom prst="rect">
            <a:avLst/>
          </a:prstGeom>
          <a:noFill/>
          <a:ln w="9525">
            <a:noFill/>
            <a:miter lim="800000"/>
            <a:headEnd/>
            <a:tailEnd/>
          </a:ln>
        </p:spPr>
      </p:pic>
      <p:pic>
        <p:nvPicPr>
          <p:cNvPr id="3" name="Picture 2">
            <a:extLst>
              <a:ext uri="{FF2B5EF4-FFF2-40B4-BE49-F238E27FC236}">
                <a16:creationId xmlns:a16="http://schemas.microsoft.com/office/drawing/2014/main" id="{FDE49F70-830F-EA07-2AE0-75251770DB0A}"/>
              </a:ext>
            </a:extLst>
          </p:cNvPr>
          <p:cNvPicPr>
            <a:picLocks noChangeAspect="1"/>
          </p:cNvPicPr>
          <p:nvPr/>
        </p:nvPicPr>
        <p:blipFill>
          <a:blip r:embed="rId3"/>
          <a:srcRect/>
          <a:stretch>
            <a:fillRect/>
          </a:stretch>
        </p:blipFill>
        <p:spPr bwMode="auto">
          <a:xfrm>
            <a:off x="9525000" y="3842385"/>
            <a:ext cx="7841215" cy="4408170"/>
          </a:xfrm>
          <a:prstGeom prst="rect">
            <a:avLst/>
          </a:prstGeom>
          <a:noFill/>
          <a:ln w="9525">
            <a:noFill/>
            <a:miter lim="800000"/>
            <a:headEnd/>
            <a:tailEnd/>
          </a:ln>
        </p:spPr>
      </p:pic>
      <p:sp>
        <p:nvSpPr>
          <p:cNvPr id="5" name="TextBox 4">
            <a:extLst>
              <a:ext uri="{FF2B5EF4-FFF2-40B4-BE49-F238E27FC236}">
                <a16:creationId xmlns:a16="http://schemas.microsoft.com/office/drawing/2014/main" id="{A124EDEC-C370-305E-7C9A-163DED0107EF}"/>
              </a:ext>
            </a:extLst>
          </p:cNvPr>
          <p:cNvSpPr txBox="1"/>
          <p:nvPr/>
        </p:nvSpPr>
        <p:spPr>
          <a:xfrm>
            <a:off x="0" y="6743700"/>
            <a:ext cx="9152626" cy="400110"/>
          </a:xfrm>
          <a:prstGeom prst="rect">
            <a:avLst/>
          </a:prstGeom>
          <a:noFill/>
        </p:spPr>
        <p:txBody>
          <a:bodyPr wrap="square">
            <a:spAutoFit/>
          </a:bodyPr>
          <a:lstStyle/>
          <a:p>
            <a:pPr algn="ctr"/>
            <a:r>
              <a:rPr lang="en-US" sz="1800" b="1"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DONATE ORGAN PAGE</a:t>
            </a:r>
            <a:endParaRPr lang="en-IN" sz="20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3AE065EF-601F-7E0B-60F1-4EA1D542B8F3}"/>
              </a:ext>
            </a:extLst>
          </p:cNvPr>
          <p:cNvSpPr txBox="1"/>
          <p:nvPr/>
        </p:nvSpPr>
        <p:spPr>
          <a:xfrm>
            <a:off x="9135374" y="8801100"/>
            <a:ext cx="9152626" cy="400110"/>
          </a:xfrm>
          <a:prstGeom prst="rect">
            <a:avLst/>
          </a:prstGeom>
          <a:noFill/>
        </p:spPr>
        <p:txBody>
          <a:bodyPr wrap="square">
            <a:spAutoFit/>
          </a:bodyPr>
          <a:lstStyle/>
          <a:p>
            <a:pPr algn="ctr"/>
            <a:r>
              <a:rPr lang="en-US" sz="2000" dirty="0">
                <a:effectLst/>
                <a:latin typeface="Times New Roman" panose="02020603050405020304" pitchFamily="18" charset="0"/>
                <a:ea typeface="Times New Roman" panose="02020603050405020304" pitchFamily="18" charset="0"/>
              </a:rPr>
              <a:t>VIEW DONATIONS</a:t>
            </a:r>
            <a:endParaRPr lang="en-IN" sz="20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E4CF6242-430B-1060-9152-D239FAC769E1}"/>
              </a:ext>
            </a:extLst>
          </p:cNvPr>
          <p:cNvSpPr txBox="1"/>
          <p:nvPr/>
        </p:nvSpPr>
        <p:spPr>
          <a:xfrm>
            <a:off x="4541808" y="378981"/>
            <a:ext cx="9204384"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Tree>
    <p:extLst>
      <p:ext uri="{BB962C8B-B14F-4D97-AF65-F5344CB8AC3E}">
        <p14:creationId xmlns:p14="http://schemas.microsoft.com/office/powerpoint/2010/main" val="32884938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87E0C17-8BE5-00E3-BF0A-7A4E868F3504}"/>
              </a:ext>
            </a:extLst>
          </p:cNvPr>
          <p:cNvPicPr>
            <a:picLocks noChangeAspect="1"/>
          </p:cNvPicPr>
          <p:nvPr/>
        </p:nvPicPr>
        <p:blipFill>
          <a:blip r:embed="rId2"/>
          <a:srcRect/>
          <a:stretch>
            <a:fillRect/>
          </a:stretch>
        </p:blipFill>
        <p:spPr bwMode="auto">
          <a:xfrm>
            <a:off x="4903583" y="2095500"/>
            <a:ext cx="8480834" cy="4767751"/>
          </a:xfrm>
          <a:prstGeom prst="rect">
            <a:avLst/>
          </a:prstGeom>
          <a:noFill/>
          <a:ln w="9525">
            <a:noFill/>
            <a:miter lim="800000"/>
            <a:headEnd/>
            <a:tailEnd/>
          </a:ln>
        </p:spPr>
      </p:pic>
      <p:sp>
        <p:nvSpPr>
          <p:cNvPr id="4" name="TextBox 3">
            <a:extLst>
              <a:ext uri="{FF2B5EF4-FFF2-40B4-BE49-F238E27FC236}">
                <a16:creationId xmlns:a16="http://schemas.microsoft.com/office/drawing/2014/main" id="{8E0BAB93-3850-D4B0-4303-2E2CFD76B515}"/>
              </a:ext>
            </a:extLst>
          </p:cNvPr>
          <p:cNvSpPr txBox="1"/>
          <p:nvPr/>
        </p:nvSpPr>
        <p:spPr>
          <a:xfrm>
            <a:off x="4567687" y="190500"/>
            <a:ext cx="9152626" cy="1259319"/>
          </a:xfrm>
          <a:prstGeom prst="rect">
            <a:avLst/>
          </a:prstGeom>
          <a:noFill/>
        </p:spPr>
        <p:txBody>
          <a:bodyPr wrap="square">
            <a:spAutoFit/>
          </a:bodyPr>
          <a:lstStyle/>
          <a:p>
            <a:pPr marL="0" marR="0" lvl="0" indent="0" algn="ctr" defTabSz="457200" rtl="0" eaLnBrk="1" fontAlgn="auto" latinLnBrk="0" hangingPunct="1">
              <a:lnSpc>
                <a:spcPts val="9060"/>
              </a:lnSpc>
              <a:spcBef>
                <a:spcPts val="0"/>
              </a:spcBef>
              <a:spcAft>
                <a:spcPts val="0"/>
              </a:spcAft>
              <a:buClrTx/>
              <a:buSzTx/>
              <a:buFontTx/>
              <a:buNone/>
              <a:tabLst/>
              <a:defRPr/>
            </a:pPr>
            <a:r>
              <a:rPr kumimoji="0" lang="en-US" sz="8000" b="0" i="0" u="none" strike="noStrike" kern="1200" cap="none" spc="0" normalizeH="0" baseline="0" noProof="0" dirty="0">
                <a:ln>
                  <a:noFill/>
                </a:ln>
                <a:solidFill>
                  <a:srgbClr val="000000"/>
                </a:solidFill>
                <a:effectLst/>
                <a:uLnTx/>
                <a:uFillTx/>
                <a:latin typeface="Yeseva One"/>
                <a:ea typeface="+mn-ea"/>
                <a:cs typeface="+mn-cs"/>
              </a:rPr>
              <a:t>Result</a:t>
            </a:r>
          </a:p>
        </p:txBody>
      </p:sp>
      <p:sp>
        <p:nvSpPr>
          <p:cNvPr id="6" name="TextBox 5">
            <a:extLst>
              <a:ext uri="{FF2B5EF4-FFF2-40B4-BE49-F238E27FC236}">
                <a16:creationId xmlns:a16="http://schemas.microsoft.com/office/drawing/2014/main" id="{A5201F0C-D124-309C-3D84-668C8CD07149}"/>
              </a:ext>
            </a:extLst>
          </p:cNvPr>
          <p:cNvSpPr txBox="1"/>
          <p:nvPr/>
        </p:nvSpPr>
        <p:spPr>
          <a:xfrm>
            <a:off x="4903583" y="7508932"/>
            <a:ext cx="9152626" cy="400110"/>
          </a:xfrm>
          <a:prstGeom prst="rect">
            <a:avLst/>
          </a:prstGeom>
          <a:noFill/>
        </p:spPr>
        <p:txBody>
          <a:bodyPr wrap="square">
            <a:spAutoFit/>
          </a:bodyPr>
          <a:lstStyle/>
          <a:p>
            <a:pPr algn="ctr"/>
            <a:r>
              <a:rPr lang="en-US" sz="2000" dirty="0">
                <a:effectLst/>
                <a:latin typeface="Times New Roman" panose="02020603050405020304" pitchFamily="18" charset="0"/>
                <a:ea typeface="Times New Roman" panose="02020603050405020304" pitchFamily="18" charset="0"/>
              </a:rPr>
              <a:t>DONAR REGISTRATION</a:t>
            </a:r>
            <a:endParaRPr lang="en-IN"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578326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457295" y="723900"/>
            <a:ext cx="8496705"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Conclusion</a:t>
            </a:r>
          </a:p>
        </p:txBody>
      </p:sp>
      <p:sp>
        <p:nvSpPr>
          <p:cNvPr id="7" name="TextBox 7"/>
          <p:cNvSpPr txBox="1"/>
          <p:nvPr/>
        </p:nvSpPr>
        <p:spPr>
          <a:xfrm>
            <a:off x="2362200" y="2857500"/>
            <a:ext cx="13563600" cy="5444567"/>
          </a:xfrm>
          <a:prstGeom prst="rect">
            <a:avLst/>
          </a:prstGeom>
        </p:spPr>
        <p:txBody>
          <a:bodyPr wrap="square" lIns="0" tIns="0" rIns="0" bIns="0" rtlCol="0" anchor="t">
            <a:spAutoFit/>
          </a:bodyPr>
          <a:lstStyle/>
          <a:p>
            <a:pPr algn="ctr">
              <a:lnSpc>
                <a:spcPct val="150000"/>
              </a:lnSpc>
            </a:pPr>
            <a:r>
              <a:rPr lang="en-US" sz="4000" dirty="0">
                <a:latin typeface="Calibri" panose="020F0502020204030204" pitchFamily="34" charset="0"/>
                <a:ea typeface="Calibri" panose="020F0502020204030204" pitchFamily="34" charset="0"/>
                <a:cs typeface="Calibri" panose="020F0502020204030204" pitchFamily="34" charset="0"/>
              </a:rPr>
              <a:t>The proposed doctor-patient portal aims to improve healthcare accessibility and quality. Despite current limitations, we hope it will be beneficial to users. Future enhancements will include features like disease alerts, vaccination reminders, and remote healthcare services, further empowering individuals to make informed healthcare decisions.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2971800" y="106643"/>
            <a:ext cx="11696350" cy="1166986"/>
          </a:xfrm>
          <a:prstGeom prst="rect">
            <a:avLst/>
          </a:prstGeom>
        </p:spPr>
        <p:txBody>
          <a:bodyPr lIns="0" tIns="0" rIns="0" bIns="0" rtlCol="0" anchor="t">
            <a:spAutoFit/>
          </a:bodyPr>
          <a:lstStyle/>
          <a:p>
            <a:pPr algn="ctr">
              <a:lnSpc>
                <a:spcPts val="9060"/>
              </a:lnSpc>
            </a:pPr>
            <a:r>
              <a:rPr lang="en-US" sz="8000" dirty="0">
                <a:solidFill>
                  <a:srgbClr val="000000"/>
                </a:solidFill>
                <a:latin typeface="Yeseva One"/>
              </a:rPr>
              <a:t>Future Scope</a:t>
            </a:r>
          </a:p>
        </p:txBody>
      </p:sp>
      <p:sp>
        <p:nvSpPr>
          <p:cNvPr id="3" name="TextBox 2">
            <a:extLst>
              <a:ext uri="{FF2B5EF4-FFF2-40B4-BE49-F238E27FC236}">
                <a16:creationId xmlns:a16="http://schemas.microsoft.com/office/drawing/2014/main" id="{32A2E4D6-98CD-BB52-C7E4-57E81FD70413}"/>
              </a:ext>
            </a:extLst>
          </p:cNvPr>
          <p:cNvSpPr txBox="1"/>
          <p:nvPr/>
        </p:nvSpPr>
        <p:spPr>
          <a:xfrm>
            <a:off x="2743200" y="2019568"/>
            <a:ext cx="12725400" cy="6456447"/>
          </a:xfrm>
          <a:prstGeom prst="rect">
            <a:avLst/>
          </a:prstGeom>
          <a:noFill/>
        </p:spPr>
        <p:txBody>
          <a:bodyPr wrap="square">
            <a:spAutoFit/>
          </a:bodyPr>
          <a:lstStyle/>
          <a:p>
            <a:pPr marL="742950" indent="-742950">
              <a:lnSpc>
                <a:spcPct val="150000"/>
              </a:lnSpc>
              <a:buAutoNum type="arabicPeriod"/>
            </a:pPr>
            <a:r>
              <a:rPr lang="en-US" sz="4000" dirty="0"/>
              <a:t>Convenient access to appointments, records, and doctors</a:t>
            </a:r>
          </a:p>
          <a:p>
            <a:pPr marL="742950" indent="-742950">
              <a:lnSpc>
                <a:spcPct val="150000"/>
              </a:lnSpc>
              <a:buAutoNum type="arabicPeriod"/>
            </a:pPr>
            <a:r>
              <a:rPr lang="en-US" sz="4000" dirty="0"/>
              <a:t> Personalized treatment plans based on health history and preferences</a:t>
            </a:r>
          </a:p>
          <a:p>
            <a:pPr marL="742950" indent="-742950">
              <a:lnSpc>
                <a:spcPct val="150000"/>
              </a:lnSpc>
              <a:buAutoNum type="arabicPeriod"/>
            </a:pPr>
            <a:r>
              <a:rPr lang="en-US" sz="4000" dirty="0"/>
              <a:t> Track health data with connected devices</a:t>
            </a:r>
          </a:p>
          <a:p>
            <a:pPr marL="742950" indent="-742950">
              <a:lnSpc>
                <a:spcPct val="150000"/>
              </a:lnSpc>
              <a:buAutoNum type="arabicPeriod"/>
            </a:pPr>
            <a:r>
              <a:rPr lang="en-US" sz="4000" dirty="0"/>
              <a:t> Virtual visits for remote appointments.</a:t>
            </a:r>
          </a:p>
          <a:p>
            <a:pPr marL="742950" indent="-742950">
              <a:lnSpc>
                <a:spcPct val="150000"/>
              </a:lnSpc>
              <a:buAutoNum type="arabicPeriod"/>
            </a:pPr>
            <a:r>
              <a:rPr lang="en-US" sz="4000" dirty="0"/>
              <a:t> Data analysis for health insights.</a:t>
            </a:r>
          </a:p>
          <a:p>
            <a:pPr marL="742950" indent="-742950">
              <a:lnSpc>
                <a:spcPct val="150000"/>
              </a:lnSpc>
              <a:buAutoNum type="arabicPeriod"/>
            </a:pPr>
            <a:r>
              <a:rPr lang="en-US" sz="4000" dirty="0"/>
              <a:t>Secure messaging for easy communication.</a:t>
            </a:r>
            <a:endParaRPr lang="en-IN"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06782" y="3131126"/>
            <a:ext cx="14242818" cy="3206006"/>
          </a:xfrm>
          <a:prstGeom prst="rect">
            <a:avLst/>
          </a:prstGeom>
        </p:spPr>
        <p:txBody>
          <a:bodyPr wrap="square" lIns="0" tIns="0" rIns="0" bIns="0" rtlCol="0" anchor="t">
            <a:spAutoFit/>
          </a:bodyPr>
          <a:lstStyle/>
          <a:p>
            <a:pPr algn="ctr">
              <a:lnSpc>
                <a:spcPts val="12500"/>
              </a:lnSpc>
            </a:pPr>
            <a:r>
              <a:rPr lang="en-US" sz="13000" dirty="0">
                <a:solidFill>
                  <a:srgbClr val="FFC000"/>
                </a:solidFill>
                <a:latin typeface="Yeseva One"/>
              </a:rPr>
              <a:t>Thank</a:t>
            </a:r>
          </a:p>
          <a:p>
            <a:pPr algn="ctr">
              <a:lnSpc>
                <a:spcPts val="12500"/>
              </a:lnSpc>
            </a:pPr>
            <a:r>
              <a:rPr lang="en-US" sz="13000" dirty="0">
                <a:solidFill>
                  <a:srgbClr val="FFC000"/>
                </a:solidFill>
                <a:latin typeface="Yeseva One"/>
              </a:rPr>
              <a:t>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TM04033921[[fn=Damask]]</Template>
  <TotalTime>639</TotalTime>
  <Words>671</Words>
  <Application>Microsoft Office PowerPoint</Application>
  <PresentationFormat>Custom</PresentationFormat>
  <Paragraphs>155</Paragraphs>
  <Slides>28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Yeseva One</vt:lpstr>
      <vt:lpstr>Wingdings</vt:lpstr>
      <vt:lpstr>Times New Roman</vt:lpstr>
      <vt:lpstr>Libre Baskerville</vt:lpstr>
      <vt:lpstr>DM Sans Bold</vt:lpstr>
      <vt:lpstr>Tw Cen MT</vt:lpstr>
      <vt:lpstr>Calibri</vt:lpstr>
      <vt:lpstr>Arial</vt:lpstr>
      <vt:lpstr>Libre Baskerville Bold</vt:lpstr>
      <vt:lpstr>Le Jour Serif</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Profile Presentation</dc:title>
  <dc:creator>AlmasAbbas</dc:creator>
  <cp:lastModifiedBy>SALMAN NAVEED</cp:lastModifiedBy>
  <cp:revision>15</cp:revision>
  <dcterms:created xsi:type="dcterms:W3CDTF">2006-08-16T00:00:00Z</dcterms:created>
  <dcterms:modified xsi:type="dcterms:W3CDTF">2024-08-12T06:18:52Z</dcterms:modified>
  <dc:identifier>DAGH3NLnmj0</dc:identifier>
</cp:coreProperties>
</file>